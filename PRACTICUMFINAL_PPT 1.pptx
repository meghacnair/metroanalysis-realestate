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60" r:id="rId6"/>
    <p:sldId id="261" r:id="rId7"/>
    <p:sldId id="262" r:id="rId8"/>
    <p:sldId id="267" r:id="rId9"/>
    <p:sldId id="268" r:id="rId10"/>
    <p:sldId id="263" r:id="rId11"/>
    <p:sldId id="270" r:id="rId12"/>
    <p:sldId id="269" r:id="rId13"/>
    <p:sldId id="271" r:id="rId14"/>
    <p:sldId id="272" r:id="rId15"/>
    <p:sldId id="273" r:id="rId16"/>
    <p:sldId id="274" r:id="rId17"/>
    <p:sldId id="276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E30D5-B840-4233-B6D3-2CA7F4104E2B}" v="93" dt="2025-12-11T23:12:50.150"/>
    <p1510:client id="{B3510C8F-E152-574F-8178-81A09AA46CA7}" v="4" dt="2025-12-12T19:55:01.5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4694"/>
  </p:normalViewPr>
  <p:slideViewPr>
    <p:cSldViewPr snapToGrid="0">
      <p:cViewPr varScale="1">
        <p:scale>
          <a:sx n="102" d="100"/>
          <a:sy n="102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 Nair" userId="d64cf513dcd39eb5" providerId="LiveId" clId="{42FCA325-1F8B-4572-B8F8-D5459FA99940}"/>
    <pc:docChg chg="undo custSel addSld delSld modSld">
      <pc:chgData name="Megha Nair" userId="d64cf513dcd39eb5" providerId="LiveId" clId="{42FCA325-1F8B-4572-B8F8-D5459FA99940}" dt="2025-12-11T23:16:02.627" v="1763" actId="1076"/>
      <pc:docMkLst>
        <pc:docMk/>
      </pc:docMkLst>
      <pc:sldChg chg="del">
        <pc:chgData name="Megha Nair" userId="d64cf513dcd39eb5" providerId="LiveId" clId="{42FCA325-1F8B-4572-B8F8-D5459FA99940}" dt="2025-12-10T01:57:31.256" v="0" actId="2696"/>
        <pc:sldMkLst>
          <pc:docMk/>
          <pc:sldMk cId="1393490642" sldId="257"/>
        </pc:sldMkLst>
      </pc:sldChg>
      <pc:sldChg chg="del">
        <pc:chgData name="Megha Nair" userId="d64cf513dcd39eb5" providerId="LiveId" clId="{42FCA325-1F8B-4572-B8F8-D5459FA99940}" dt="2025-12-10T01:57:33.276" v="1" actId="2696"/>
        <pc:sldMkLst>
          <pc:docMk/>
          <pc:sldMk cId="1765258119" sldId="258"/>
        </pc:sldMkLst>
      </pc:sldChg>
      <pc:sldChg chg="del">
        <pc:chgData name="Megha Nair" userId="d64cf513dcd39eb5" providerId="LiveId" clId="{42FCA325-1F8B-4572-B8F8-D5459FA99940}" dt="2025-12-10T01:57:35.742" v="2" actId="2696"/>
        <pc:sldMkLst>
          <pc:docMk/>
          <pc:sldMk cId="7448978" sldId="259"/>
        </pc:sldMkLst>
      </pc:sldChg>
      <pc:sldChg chg="addSp delSp modSp mod">
        <pc:chgData name="Megha Nair" userId="d64cf513dcd39eb5" providerId="LiveId" clId="{42FCA325-1F8B-4572-B8F8-D5459FA99940}" dt="2025-12-11T01:36:34.212" v="785" actId="20577"/>
        <pc:sldMkLst>
          <pc:docMk/>
          <pc:sldMk cId="498428805" sldId="260"/>
        </pc:sldMkLst>
        <pc:spChg chg="mod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2" creationId="{9CFC35B8-A9F3-B0CF-CD16-D00057919DBC}"/>
          </ac:spMkLst>
        </pc:spChg>
        <pc:spChg chg="add del mod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4" creationId="{03558277-0CC2-6614-184E-C6B0F67A46D5}"/>
          </ac:spMkLst>
        </pc:spChg>
        <pc:spChg chg="del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10" creationId="{04213918-F1EB-4BCE-BE23-F5E9851EE05C}"/>
          </ac:spMkLst>
        </pc:spChg>
        <pc:spChg chg="del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12" creationId="{2062E862-C7F7-4CA1-B929-D0B75F5E9FB9}"/>
          </ac:spMkLst>
        </pc:spChg>
        <pc:spChg chg="add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18" creationId="{4E17AA97-89A7-45C1-B813-BFF6C23D79E1}"/>
          </ac:spMkLst>
        </pc:spChg>
        <pc:spChg chg="add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20" creationId="{A91E908F-EF1E-2FDB-BE4D-3F4C56B2F6B8}"/>
          </ac:spMkLst>
        </pc:spChg>
        <pc:spChg chg="add">
          <ac:chgData name="Megha Nair" userId="d64cf513dcd39eb5" providerId="LiveId" clId="{42FCA325-1F8B-4572-B8F8-D5459FA99940}" dt="2025-12-11T01:10:54.283" v="239" actId="26606"/>
          <ac:spMkLst>
            <pc:docMk/>
            <pc:sldMk cId="498428805" sldId="260"/>
            <ac:spMk id="22" creationId="{F7A2980E-8F82-6B7D-A838-277407403589}"/>
          </ac:spMkLst>
        </pc:spChg>
        <pc:graphicFrameChg chg="del">
          <ac:chgData name="Megha Nair" userId="d64cf513dcd39eb5" providerId="LiveId" clId="{42FCA325-1F8B-4572-B8F8-D5459FA99940}" dt="2025-12-11T01:03:01.832" v="35" actId="478"/>
          <ac:graphicFrameMkLst>
            <pc:docMk/>
            <pc:sldMk cId="498428805" sldId="260"/>
            <ac:graphicFrameMk id="6" creationId="{7802C364-E176-01E2-AE67-7F7E0C73308F}"/>
          </ac:graphicFrameMkLst>
        </pc:graphicFrameChg>
        <pc:graphicFrameChg chg="add modGraphic">
          <ac:chgData name="Megha Nair" userId="d64cf513dcd39eb5" providerId="LiveId" clId="{42FCA325-1F8B-4572-B8F8-D5459FA99940}" dt="2025-12-11T01:36:34.212" v="785" actId="20577"/>
          <ac:graphicFrameMkLst>
            <pc:docMk/>
            <pc:sldMk cId="498428805" sldId="260"/>
            <ac:graphicFrameMk id="14" creationId="{5030F787-A4FB-9989-9A3A-EA703B3E3D9F}"/>
          </ac:graphicFrameMkLst>
        </pc:graphicFrameChg>
      </pc:sldChg>
      <pc:sldChg chg="addSp delSp modSp new mod setBg">
        <pc:chgData name="Megha Nair" userId="d64cf513dcd39eb5" providerId="LiveId" clId="{42FCA325-1F8B-4572-B8F8-D5459FA99940}" dt="2025-12-11T01:18:42.190" v="398"/>
        <pc:sldMkLst>
          <pc:docMk/>
          <pc:sldMk cId="1162778224" sldId="261"/>
        </pc:sldMkLst>
        <pc:spChg chg="mod">
          <ac:chgData name="Megha Nair" userId="d64cf513dcd39eb5" providerId="LiveId" clId="{42FCA325-1F8B-4572-B8F8-D5459FA99940}" dt="2025-12-11T01:15:52.097" v="378" actId="26606"/>
          <ac:spMkLst>
            <pc:docMk/>
            <pc:sldMk cId="1162778224" sldId="261"/>
            <ac:spMk id="2" creationId="{ABEAC613-18E0-10CB-1AE2-B70CACF77DBB}"/>
          </ac:spMkLst>
        </pc:spChg>
        <pc:spChg chg="del mod">
          <ac:chgData name="Megha Nair" userId="d64cf513dcd39eb5" providerId="LiveId" clId="{42FCA325-1F8B-4572-B8F8-D5459FA99940}" dt="2025-12-11T01:15:20.028" v="371" actId="478"/>
          <ac:spMkLst>
            <pc:docMk/>
            <pc:sldMk cId="1162778224" sldId="261"/>
            <ac:spMk id="3" creationId="{ADFE7DDB-2C84-61E2-72CD-8444A54350ED}"/>
          </ac:spMkLst>
        </pc:spChg>
        <pc:spChg chg="add del">
          <ac:chgData name="Megha Nair" userId="d64cf513dcd39eb5" providerId="LiveId" clId="{42FCA325-1F8B-4572-B8F8-D5459FA99940}" dt="2025-12-11T01:15:20.028" v="371" actId="478"/>
          <ac:spMkLst>
            <pc:docMk/>
            <pc:sldMk cId="1162778224" sldId="261"/>
            <ac:spMk id="4" creationId="{DCDE0BED-B919-D664-63FD-348E3CBEA87C}"/>
          </ac:spMkLst>
        </pc:spChg>
        <pc:spChg chg="add del mod">
          <ac:chgData name="Megha Nair" userId="d64cf513dcd39eb5" providerId="LiveId" clId="{42FCA325-1F8B-4572-B8F8-D5459FA99940}" dt="2025-12-11T01:15:24.720" v="372"/>
          <ac:spMkLst>
            <pc:docMk/>
            <pc:sldMk cId="1162778224" sldId="261"/>
            <ac:spMk id="5" creationId="{3D4BBDB0-1570-BCEF-B8E6-E3D8A914AAC3}"/>
          </ac:spMkLst>
        </pc:spChg>
        <pc:spChg chg="add del mod">
          <ac:chgData name="Megha Nair" userId="d64cf513dcd39eb5" providerId="LiveId" clId="{42FCA325-1F8B-4572-B8F8-D5459FA99940}" dt="2025-12-11T01:15:52.097" v="378" actId="26606"/>
          <ac:spMkLst>
            <pc:docMk/>
            <pc:sldMk cId="1162778224" sldId="261"/>
            <ac:spMk id="6" creationId="{A13EBC03-430B-9711-B658-15BCDEB34076}"/>
          </ac:spMkLst>
        </pc:spChg>
        <pc:spChg chg="add del mod">
          <ac:chgData name="Megha Nair" userId="d64cf513dcd39eb5" providerId="LiveId" clId="{42FCA325-1F8B-4572-B8F8-D5459FA99940}" dt="2025-12-11T01:16:14.424" v="381" actId="478"/>
          <ac:spMkLst>
            <pc:docMk/>
            <pc:sldMk cId="1162778224" sldId="261"/>
            <ac:spMk id="9" creationId="{DF030520-628F-6C25-0508-5016EAAB6155}"/>
          </ac:spMkLst>
        </pc:spChg>
        <pc:spChg chg="add del">
          <ac:chgData name="Megha Nair" userId="d64cf513dcd39eb5" providerId="LiveId" clId="{42FCA325-1F8B-4572-B8F8-D5459FA99940}" dt="2025-12-11T01:15:52.071" v="377" actId="26606"/>
          <ac:spMkLst>
            <pc:docMk/>
            <pc:sldMk cId="1162778224" sldId="261"/>
            <ac:spMk id="12" creationId="{817D949E-564D-4503-A64E-D22FA3232C29}"/>
          </ac:spMkLst>
        </pc:spChg>
        <pc:spChg chg="del mod">
          <ac:chgData name="Megha Nair" userId="d64cf513dcd39eb5" providerId="LiveId" clId="{42FCA325-1F8B-4572-B8F8-D5459FA99940}" dt="2025-12-11T01:16:30.283" v="384" actId="478"/>
          <ac:spMkLst>
            <pc:docMk/>
            <pc:sldMk cId="1162778224" sldId="261"/>
            <ac:spMk id="13" creationId="{A3BB9B65-C2F0-D5FF-1731-9D03584F2E43}"/>
          </ac:spMkLst>
        </pc:spChg>
        <pc:spChg chg="add del">
          <ac:chgData name="Megha Nair" userId="d64cf513dcd39eb5" providerId="LiveId" clId="{42FCA325-1F8B-4572-B8F8-D5459FA99940}" dt="2025-12-11T01:15:52.071" v="377" actId="26606"/>
          <ac:spMkLst>
            <pc:docMk/>
            <pc:sldMk cId="1162778224" sldId="261"/>
            <ac:spMk id="14" creationId="{92BE0106-0C20-465B-A1BE-0BAC2737B1AD}"/>
          </ac:spMkLst>
        </pc:spChg>
        <pc:spChg chg="add del">
          <ac:chgData name="Megha Nair" userId="d64cf513dcd39eb5" providerId="LiveId" clId="{42FCA325-1F8B-4572-B8F8-D5459FA99940}" dt="2025-12-11T01:15:52.071" v="377" actId="26606"/>
          <ac:spMkLst>
            <pc:docMk/>
            <pc:sldMk cId="1162778224" sldId="261"/>
            <ac:spMk id="16" creationId="{851808AB-2943-464C-A710-F2A18D869334}"/>
          </ac:spMkLst>
        </pc:spChg>
        <pc:spChg chg="add">
          <ac:chgData name="Megha Nair" userId="d64cf513dcd39eb5" providerId="LiveId" clId="{42FCA325-1F8B-4572-B8F8-D5459FA99940}" dt="2025-12-11T01:15:52.097" v="378" actId="26606"/>
          <ac:spMkLst>
            <pc:docMk/>
            <pc:sldMk cId="1162778224" sldId="261"/>
            <ac:spMk id="18" creationId="{817D949E-564D-4503-A64E-D22FA3232C29}"/>
          </ac:spMkLst>
        </pc:spChg>
        <pc:spChg chg="add">
          <ac:chgData name="Megha Nair" userId="d64cf513dcd39eb5" providerId="LiveId" clId="{42FCA325-1F8B-4572-B8F8-D5459FA99940}" dt="2025-12-11T01:15:52.097" v="378" actId="26606"/>
          <ac:spMkLst>
            <pc:docMk/>
            <pc:sldMk cId="1162778224" sldId="261"/>
            <ac:spMk id="19" creationId="{2C8EEB27-9249-8B3A-C8C2-18F9DC480810}"/>
          </ac:spMkLst>
        </pc:spChg>
        <pc:spChg chg="add">
          <ac:chgData name="Megha Nair" userId="d64cf513dcd39eb5" providerId="LiveId" clId="{42FCA325-1F8B-4572-B8F8-D5459FA99940}" dt="2025-12-11T01:15:52.097" v="378" actId="26606"/>
          <ac:spMkLst>
            <pc:docMk/>
            <pc:sldMk cId="1162778224" sldId="261"/>
            <ac:spMk id="20" creationId="{18482CAC-96FF-EBE5-E97D-0BE2B8A51E3F}"/>
          </ac:spMkLst>
        </pc:spChg>
        <pc:spChg chg="del mod">
          <ac:chgData name="Megha Nair" userId="d64cf513dcd39eb5" providerId="LiveId" clId="{42FCA325-1F8B-4572-B8F8-D5459FA99940}" dt="2025-12-11T01:16:35.208" v="385" actId="478"/>
          <ac:spMkLst>
            <pc:docMk/>
            <pc:sldMk cId="1162778224" sldId="261"/>
            <ac:spMk id="22" creationId="{EC7C6647-4540-8E8A-00F0-43BE898B8DF3}"/>
          </ac:spMkLst>
        </pc:spChg>
        <pc:spChg chg="mod">
          <ac:chgData name="Megha Nair" userId="d64cf513dcd39eb5" providerId="LiveId" clId="{42FCA325-1F8B-4572-B8F8-D5459FA99940}" dt="2025-12-11T01:16:25.064" v="382" actId="18245"/>
          <ac:spMkLst>
            <pc:docMk/>
            <pc:sldMk cId="1162778224" sldId="261"/>
            <ac:spMk id="24" creationId="{DA6D7570-33FD-F880-9708-3A47ECBB9A05}"/>
          </ac:spMkLst>
        </pc:spChg>
        <pc:spChg chg="del mod">
          <ac:chgData name="Megha Nair" userId="d64cf513dcd39eb5" providerId="LiveId" clId="{42FCA325-1F8B-4572-B8F8-D5459FA99940}" dt="2025-12-11T01:16:38.172" v="386" actId="478"/>
          <ac:spMkLst>
            <pc:docMk/>
            <pc:sldMk cId="1162778224" sldId="261"/>
            <ac:spMk id="25" creationId="{A9041D7A-9DDB-F65B-D3BA-9E81C9085C13}"/>
          </ac:spMkLst>
        </pc:spChg>
        <pc:spChg chg="mod">
          <ac:chgData name="Megha Nair" userId="d64cf513dcd39eb5" providerId="LiveId" clId="{42FCA325-1F8B-4572-B8F8-D5459FA99940}" dt="2025-12-11T01:16:25.064" v="382" actId="18245"/>
          <ac:spMkLst>
            <pc:docMk/>
            <pc:sldMk cId="1162778224" sldId="261"/>
            <ac:spMk id="26" creationId="{E59CF12C-24B3-7F02-5B39-68C949EA0330}"/>
          </ac:spMkLst>
        </pc:spChg>
        <pc:spChg chg="del">
          <ac:chgData name="Megha Nair" userId="d64cf513dcd39eb5" providerId="LiveId" clId="{42FCA325-1F8B-4572-B8F8-D5459FA99940}" dt="2025-12-11T01:16:46.018" v="387" actId="478"/>
          <ac:spMkLst>
            <pc:docMk/>
            <pc:sldMk cId="1162778224" sldId="261"/>
            <ac:spMk id="28" creationId="{21DD2C67-9B18-8001-7C3D-EE98D8EFD7DC}"/>
          </ac:spMkLst>
        </pc:spChg>
        <pc:spChg chg="del mod">
          <ac:chgData name="Megha Nair" userId="d64cf513dcd39eb5" providerId="LiveId" clId="{42FCA325-1F8B-4572-B8F8-D5459FA99940}" dt="2025-12-11T01:16:49.220" v="388" actId="478"/>
          <ac:spMkLst>
            <pc:docMk/>
            <pc:sldMk cId="1162778224" sldId="261"/>
            <ac:spMk id="31" creationId="{AAB3ADAB-000C-2ED0-16F1-30A5207C7B1F}"/>
          </ac:spMkLst>
        </pc:spChg>
        <pc:spChg chg="mod">
          <ac:chgData name="Megha Nair" userId="d64cf513dcd39eb5" providerId="LiveId" clId="{42FCA325-1F8B-4572-B8F8-D5459FA99940}" dt="2025-12-11T01:16:25.064" v="382" actId="18245"/>
          <ac:spMkLst>
            <pc:docMk/>
            <pc:sldMk cId="1162778224" sldId="261"/>
            <ac:spMk id="32" creationId="{2DE7DE07-C479-7C67-14F7-AC3B3710A5B2}"/>
          </ac:spMkLst>
        </pc:spChg>
        <pc:spChg chg="mod">
          <ac:chgData name="Megha Nair" userId="d64cf513dcd39eb5" providerId="LiveId" clId="{42FCA325-1F8B-4572-B8F8-D5459FA99940}" dt="2025-12-11T01:16:25.064" v="382" actId="18245"/>
          <ac:spMkLst>
            <pc:docMk/>
            <pc:sldMk cId="1162778224" sldId="261"/>
            <ac:spMk id="33" creationId="{EEE9FD4D-8C07-EC2D-9684-756FF1ADF293}"/>
          </ac:spMkLst>
        </pc:spChg>
        <pc:spChg chg="del mod">
          <ac:chgData name="Megha Nair" userId="d64cf513dcd39eb5" providerId="LiveId" clId="{42FCA325-1F8B-4572-B8F8-D5459FA99940}" dt="2025-12-11T01:16:51.649" v="389" actId="478"/>
          <ac:spMkLst>
            <pc:docMk/>
            <pc:sldMk cId="1162778224" sldId="261"/>
            <ac:spMk id="34" creationId="{1EF12BA9-997F-9A76-AE27-773E0575C0D2}"/>
          </ac:spMkLst>
        </pc:spChg>
        <pc:spChg chg="mod">
          <ac:chgData name="Megha Nair" userId="d64cf513dcd39eb5" providerId="LiveId" clId="{42FCA325-1F8B-4572-B8F8-D5459FA99940}" dt="2025-12-11T01:16:25.064" v="382" actId="18245"/>
          <ac:spMkLst>
            <pc:docMk/>
            <pc:sldMk cId="1162778224" sldId="261"/>
            <ac:spMk id="35" creationId="{FDFA3C1C-BC16-DE2E-BEFF-6576786C3D3C}"/>
          </ac:spMkLst>
        </pc:spChg>
        <pc:spChg chg="add">
          <ac:chgData name="Megha Nair" userId="d64cf513dcd39eb5" providerId="LiveId" clId="{42FCA325-1F8B-4572-B8F8-D5459FA99940}" dt="2025-12-11T01:18:42.190" v="398"/>
          <ac:spMkLst>
            <pc:docMk/>
            <pc:sldMk cId="1162778224" sldId="261"/>
            <ac:spMk id="38" creationId="{177D53B9-4C2E-E875-1B89-B9C275F69F5D}"/>
          </ac:spMkLst>
        </pc:spChg>
        <pc:grpChg chg="mod">
          <ac:chgData name="Megha Nair" userId="d64cf513dcd39eb5" providerId="LiveId" clId="{42FCA325-1F8B-4572-B8F8-D5459FA99940}" dt="2025-12-11T01:18:20.035" v="393" actId="1076"/>
          <ac:grpSpMkLst>
            <pc:docMk/>
            <pc:sldMk cId="1162778224" sldId="261"/>
            <ac:grpSpMk id="10" creationId="{08D70340-6303-EA2F-6B22-02CFF8B8EBD9}"/>
          </ac:grpSpMkLst>
        </pc:grpChg>
        <pc:graphicFrameChg chg="add del">
          <ac:chgData name="Megha Nair" userId="d64cf513dcd39eb5" providerId="LiveId" clId="{42FCA325-1F8B-4572-B8F8-D5459FA99940}" dt="2025-12-11T01:15:52.071" v="377" actId="26606"/>
          <ac:graphicFrameMkLst>
            <pc:docMk/>
            <pc:sldMk cId="1162778224" sldId="261"/>
            <ac:graphicFrameMk id="8" creationId="{338A3CBD-4AD8-CAD6-760A-51541BB53249}"/>
          </ac:graphicFrameMkLst>
        </pc:graphicFrameChg>
        <pc:graphicFrameChg chg="add del mod">
          <ac:chgData name="Megha Nair" userId="d64cf513dcd39eb5" providerId="LiveId" clId="{42FCA325-1F8B-4572-B8F8-D5459FA99940}" dt="2025-12-11T01:16:14.424" v="381" actId="478"/>
          <ac:graphicFrameMkLst>
            <pc:docMk/>
            <pc:sldMk cId="1162778224" sldId="261"/>
            <ac:graphicFrameMk id="21" creationId="{A47FDDC1-174E-0FA4-177D-9DBE6240FC1B}"/>
          </ac:graphicFrameMkLst>
        </pc:graphicFrameChg>
        <pc:picChg chg="add del mod">
          <ac:chgData name="Megha Nair" userId="d64cf513dcd39eb5" providerId="LiveId" clId="{42FCA325-1F8B-4572-B8F8-D5459FA99940}" dt="2025-12-11T01:18:32.211" v="397" actId="478"/>
          <ac:picMkLst>
            <pc:docMk/>
            <pc:sldMk cId="1162778224" sldId="261"/>
            <ac:picMk id="37" creationId="{8BD6BCE5-05D5-2DBC-32CA-0CEA3A312AE1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1872935454" sldId="261"/>
        </pc:sldMkLst>
      </pc:sldChg>
      <pc:sldChg chg="addSp delSp modSp new mod setBg">
        <pc:chgData name="Megha Nair" userId="d64cf513dcd39eb5" providerId="LiveId" clId="{42FCA325-1F8B-4572-B8F8-D5459FA99940}" dt="2025-12-11T01:25:51.704" v="631" actId="12"/>
        <pc:sldMkLst>
          <pc:docMk/>
          <pc:sldMk cId="241131933" sldId="262"/>
        </pc:sldMkLst>
        <pc:spChg chg="mod">
          <ac:chgData name="Megha Nair" userId="d64cf513dcd39eb5" providerId="LiveId" clId="{42FCA325-1F8B-4572-B8F8-D5459FA99940}" dt="2025-12-11T01:25:38.564" v="629" actId="26606"/>
          <ac:spMkLst>
            <pc:docMk/>
            <pc:sldMk cId="241131933" sldId="262"/>
            <ac:spMk id="2" creationId="{13F83C39-35A0-8B16-363F-E4FFF6C84027}"/>
          </ac:spMkLst>
        </pc:spChg>
        <pc:spChg chg="del mod">
          <ac:chgData name="Megha Nair" userId="d64cf513dcd39eb5" providerId="LiveId" clId="{42FCA325-1F8B-4572-B8F8-D5459FA99940}" dt="2025-12-11T01:25:38.564" v="629" actId="26606"/>
          <ac:spMkLst>
            <pc:docMk/>
            <pc:sldMk cId="241131933" sldId="262"/>
            <ac:spMk id="3" creationId="{8A5AEFF4-CFAE-A905-1545-FD4F47F61DE6}"/>
          </ac:spMkLst>
        </pc:spChg>
        <pc:spChg chg="add">
          <ac:chgData name="Megha Nair" userId="d64cf513dcd39eb5" providerId="LiveId" clId="{42FCA325-1F8B-4572-B8F8-D5459FA99940}" dt="2025-12-11T01:25:38.564" v="629" actId="26606"/>
          <ac:spMkLst>
            <pc:docMk/>
            <pc:sldMk cId="241131933" sldId="262"/>
            <ac:spMk id="9" creationId="{817D949E-564D-4503-A64E-D22FA3232C29}"/>
          </ac:spMkLst>
        </pc:spChg>
        <pc:spChg chg="add">
          <ac:chgData name="Megha Nair" userId="d64cf513dcd39eb5" providerId="LiveId" clId="{42FCA325-1F8B-4572-B8F8-D5459FA99940}" dt="2025-12-11T01:25:38.564" v="629" actId="26606"/>
          <ac:spMkLst>
            <pc:docMk/>
            <pc:sldMk cId="241131933" sldId="262"/>
            <ac:spMk id="11" creationId="{2C8EEB27-9249-8B3A-C8C2-18F9DC480810}"/>
          </ac:spMkLst>
        </pc:spChg>
        <pc:spChg chg="add">
          <ac:chgData name="Megha Nair" userId="d64cf513dcd39eb5" providerId="LiveId" clId="{42FCA325-1F8B-4572-B8F8-D5459FA99940}" dt="2025-12-11T01:25:38.564" v="629" actId="26606"/>
          <ac:spMkLst>
            <pc:docMk/>
            <pc:sldMk cId="241131933" sldId="262"/>
            <ac:spMk id="13" creationId="{18482CAC-96FF-EBE5-E97D-0BE2B8A51E3F}"/>
          </ac:spMkLst>
        </pc:spChg>
        <pc:graphicFrameChg chg="add mod modGraphic">
          <ac:chgData name="Megha Nair" userId="d64cf513dcd39eb5" providerId="LiveId" clId="{42FCA325-1F8B-4572-B8F8-D5459FA99940}" dt="2025-12-11T01:25:51.704" v="631" actId="12"/>
          <ac:graphicFrameMkLst>
            <pc:docMk/>
            <pc:sldMk cId="241131933" sldId="262"/>
            <ac:graphicFrameMk id="5" creationId="{BBAAC4C1-3F8D-810F-3931-4AF05FA3C295}"/>
          </ac:graphicFrameMkLst>
        </pc:graphicFrameChg>
      </pc:sldChg>
      <pc:sldChg chg="addSp delSp modSp del mod">
        <pc:chgData name="Megha Nair" userId="d64cf513dcd39eb5" providerId="LiveId" clId="{42FCA325-1F8B-4572-B8F8-D5459FA99940}" dt="2025-12-11T01:08:13.367" v="206" actId="2696"/>
        <pc:sldMkLst>
          <pc:docMk/>
          <pc:sldMk cId="4125151330" sldId="262"/>
        </pc:sldMkLst>
        <pc:spChg chg="add mod">
          <ac:chgData name="Megha Nair" userId="d64cf513dcd39eb5" providerId="LiveId" clId="{42FCA325-1F8B-4572-B8F8-D5459FA99940}" dt="2025-12-10T01:59:04.443" v="10" actId="403"/>
          <ac:spMkLst>
            <pc:docMk/>
            <pc:sldMk cId="4125151330" sldId="262"/>
            <ac:spMk id="4" creationId="{2976F503-0D4B-692F-5969-11FF56130578}"/>
          </ac:spMkLst>
        </pc:spChg>
        <pc:graphicFrameChg chg="del">
          <ac:chgData name="Megha Nair" userId="d64cf513dcd39eb5" providerId="LiveId" clId="{42FCA325-1F8B-4572-B8F8-D5459FA99940}" dt="2025-12-10T01:58:00.693" v="3" actId="478"/>
          <ac:graphicFrameMkLst>
            <pc:docMk/>
            <pc:sldMk cId="4125151330" sldId="262"/>
            <ac:graphicFrameMk id="6" creationId="{2F5DE802-03DB-32A3-C56F-1E755FCD9732}"/>
          </ac:graphicFrameMkLst>
        </pc:graphicFrameChg>
      </pc:sldChg>
      <pc:sldChg chg="del">
        <pc:chgData name="Megha Nair" userId="d64cf513dcd39eb5" providerId="LiveId" clId="{42FCA325-1F8B-4572-B8F8-D5459FA99940}" dt="2025-12-10T01:59:24.241" v="11" actId="2696"/>
        <pc:sldMkLst>
          <pc:docMk/>
          <pc:sldMk cId="1072015700" sldId="263"/>
        </pc:sldMkLst>
      </pc:sldChg>
      <pc:sldChg chg="addSp delSp modSp new mod setBg">
        <pc:chgData name="Megha Nair" userId="d64cf513dcd39eb5" providerId="LiveId" clId="{42FCA325-1F8B-4572-B8F8-D5459FA99940}" dt="2025-12-11T22:47:21.329" v="1609" actId="1076"/>
        <pc:sldMkLst>
          <pc:docMk/>
          <pc:sldMk cId="1309404363" sldId="263"/>
        </pc:sldMkLst>
        <pc:spChg chg="mod">
          <ac:chgData name="Megha Nair" userId="d64cf513dcd39eb5" providerId="LiveId" clId="{42FCA325-1F8B-4572-B8F8-D5459FA99940}" dt="2025-12-11T05:12:20.680" v="1400" actId="27636"/>
          <ac:spMkLst>
            <pc:docMk/>
            <pc:sldMk cId="1309404363" sldId="263"/>
            <ac:spMk id="2" creationId="{676BC813-BC9E-82DA-3AA0-8FA31EA5ACAF}"/>
          </ac:spMkLst>
        </pc:spChg>
        <pc:spChg chg="del mod">
          <ac:chgData name="Megha Nair" userId="d64cf513dcd39eb5" providerId="LiveId" clId="{42FCA325-1F8B-4572-B8F8-D5459FA99940}" dt="2025-12-11T04:43:32.600" v="869" actId="478"/>
          <ac:spMkLst>
            <pc:docMk/>
            <pc:sldMk cId="1309404363" sldId="263"/>
            <ac:spMk id="3" creationId="{32CA7354-5188-2C0F-7E48-9424812E70A6}"/>
          </ac:spMkLst>
        </pc:spChg>
        <pc:spChg chg="add del mod">
          <ac:chgData name="Megha Nair" userId="d64cf513dcd39eb5" providerId="LiveId" clId="{42FCA325-1F8B-4572-B8F8-D5459FA99940}" dt="2025-12-11T22:47:13.654" v="1605" actId="478"/>
          <ac:spMkLst>
            <pc:docMk/>
            <pc:sldMk cId="1309404363" sldId="263"/>
            <ac:spMk id="4" creationId="{8D2FF16C-D20B-E144-FF16-9E6B2DA62FFC}"/>
          </ac:spMkLst>
        </pc:spChg>
        <pc:spChg chg="add del mod">
          <ac:chgData name="Megha Nair" userId="d64cf513dcd39eb5" providerId="LiveId" clId="{42FCA325-1F8B-4572-B8F8-D5459FA99940}" dt="2025-12-11T04:44:32.347" v="870"/>
          <ac:spMkLst>
            <pc:docMk/>
            <pc:sldMk cId="1309404363" sldId="263"/>
            <ac:spMk id="5" creationId="{54A75005-B294-B7E5-200A-E738EF1108E2}"/>
          </ac:spMkLst>
        </pc:spChg>
        <pc:spChg chg="add del mod">
          <ac:chgData name="Megha Nair" userId="d64cf513dcd39eb5" providerId="LiveId" clId="{42FCA325-1F8B-4572-B8F8-D5459FA99940}" dt="2025-12-11T05:28:33.370" v="1401"/>
          <ac:spMkLst>
            <pc:docMk/>
            <pc:sldMk cId="1309404363" sldId="263"/>
            <ac:spMk id="8" creationId="{8C70CF72-22E4-AD25-821F-54B65186CF2A}"/>
          </ac:spMkLst>
        </pc:spChg>
        <pc:spChg chg="add">
          <ac:chgData name="Megha Nair" userId="d64cf513dcd39eb5" providerId="LiveId" clId="{42FCA325-1F8B-4572-B8F8-D5459FA99940}" dt="2025-12-11T04:45:04.971" v="873" actId="26606"/>
          <ac:spMkLst>
            <pc:docMk/>
            <pc:sldMk cId="1309404363" sldId="263"/>
            <ac:spMk id="11" creationId="{774A975B-A886-5202-0489-6965514A0D14}"/>
          </ac:spMkLst>
        </pc:spChg>
        <pc:spChg chg="add">
          <ac:chgData name="Megha Nair" userId="d64cf513dcd39eb5" providerId="LiveId" clId="{42FCA325-1F8B-4572-B8F8-D5459FA99940}" dt="2025-12-11T04:45:04.971" v="873" actId="26606"/>
          <ac:spMkLst>
            <pc:docMk/>
            <pc:sldMk cId="1309404363" sldId="263"/>
            <ac:spMk id="13" creationId="{EA67E988-5919-57BB-C7DE-D3EAD38A3045}"/>
          </ac:spMkLst>
        </pc:spChg>
        <pc:spChg chg="add">
          <ac:chgData name="Megha Nair" userId="d64cf513dcd39eb5" providerId="LiveId" clId="{42FCA325-1F8B-4572-B8F8-D5459FA99940}" dt="2025-12-11T04:45:04.971" v="873" actId="26606"/>
          <ac:spMkLst>
            <pc:docMk/>
            <pc:sldMk cId="1309404363" sldId="263"/>
            <ac:spMk id="15" creationId="{FAF3766F-DEF3-4802-BB0D-7A18EDD9704F}"/>
          </ac:spMkLst>
        </pc:spChg>
        <pc:spChg chg="add">
          <ac:chgData name="Megha Nair" userId="d64cf513dcd39eb5" providerId="LiveId" clId="{42FCA325-1F8B-4572-B8F8-D5459FA99940}" dt="2025-12-11T04:45:04.971" v="873" actId="26606"/>
          <ac:spMkLst>
            <pc:docMk/>
            <pc:sldMk cId="1309404363" sldId="263"/>
            <ac:spMk id="17" creationId="{D91952F0-771E-D2ED-C333-EEED6708B80C}"/>
          </ac:spMkLst>
        </pc:spChg>
        <pc:spChg chg="add">
          <ac:chgData name="Megha Nair" userId="d64cf513dcd39eb5" providerId="LiveId" clId="{42FCA325-1F8B-4572-B8F8-D5459FA99940}" dt="2025-12-11T04:45:04.971" v="873" actId="26606"/>
          <ac:spMkLst>
            <pc:docMk/>
            <pc:sldMk cId="1309404363" sldId="263"/>
            <ac:spMk id="19" creationId="{3FB6D83C-2377-9CAD-A991-9E0B6AF25067}"/>
          </ac:spMkLst>
        </pc:spChg>
        <pc:graphicFrameChg chg="add del mod modGraphic">
          <ac:chgData name="Megha Nair" userId="d64cf513dcd39eb5" providerId="LiveId" clId="{42FCA325-1F8B-4572-B8F8-D5459FA99940}" dt="2025-12-11T05:06:21.043" v="1341" actId="478"/>
          <ac:graphicFrameMkLst>
            <pc:docMk/>
            <pc:sldMk cId="1309404363" sldId="263"/>
            <ac:graphicFrameMk id="6" creationId="{1CA28177-FDA9-A9ED-EA5A-3D264BB2D9F6}"/>
          </ac:graphicFrameMkLst>
        </pc:graphicFrameChg>
        <pc:picChg chg="add mod">
          <ac:chgData name="Megha Nair" userId="d64cf513dcd39eb5" providerId="LiveId" clId="{42FCA325-1F8B-4572-B8F8-D5459FA99940}" dt="2025-12-11T22:47:21.329" v="1609" actId="1076"/>
          <ac:picMkLst>
            <pc:docMk/>
            <pc:sldMk cId="1309404363" sldId="263"/>
            <ac:picMk id="6" creationId="{84C7E8FA-F4A8-5EF3-6A86-BAC516328472}"/>
          </ac:picMkLst>
        </pc:picChg>
        <pc:picChg chg="add del mod">
          <ac:chgData name="Megha Nair" userId="d64cf513dcd39eb5" providerId="LiveId" clId="{42FCA325-1F8B-4572-B8F8-D5459FA99940}" dt="2025-12-11T22:47:07.502" v="1601" actId="478"/>
          <ac:picMkLst>
            <pc:docMk/>
            <pc:sldMk cId="1309404363" sldId="263"/>
            <ac:picMk id="9" creationId="{9858888C-CFBB-65E1-A28E-AFDEF4D6F5B9}"/>
          </ac:picMkLst>
        </pc:picChg>
      </pc:sldChg>
      <pc:sldChg chg="del">
        <pc:chgData name="Megha Nair" userId="d64cf513dcd39eb5" providerId="LiveId" clId="{42FCA325-1F8B-4572-B8F8-D5459FA99940}" dt="2025-12-10T01:59:27.897" v="12" actId="2696"/>
        <pc:sldMkLst>
          <pc:docMk/>
          <pc:sldMk cId="40535029" sldId="264"/>
        </pc:sldMkLst>
      </pc:sldChg>
      <pc:sldChg chg="addSp modSp new mod setBg">
        <pc:chgData name="Megha Nair" userId="d64cf513dcd39eb5" providerId="LiveId" clId="{42FCA325-1F8B-4572-B8F8-D5459FA99940}" dt="2025-12-11T05:07:12.774" v="1357" actId="27636"/>
        <pc:sldMkLst>
          <pc:docMk/>
          <pc:sldMk cId="618566144" sldId="264"/>
        </pc:sldMkLst>
        <pc:spChg chg="mod">
          <ac:chgData name="Megha Nair" userId="d64cf513dcd39eb5" providerId="LiveId" clId="{42FCA325-1F8B-4572-B8F8-D5459FA99940}" dt="2025-12-11T05:06:54.173" v="1347" actId="26606"/>
          <ac:spMkLst>
            <pc:docMk/>
            <pc:sldMk cId="618566144" sldId="264"/>
            <ac:spMk id="2" creationId="{C8EE43DC-1427-FF5B-7B8A-06BF1E0475E8}"/>
          </ac:spMkLst>
        </pc:spChg>
        <pc:spChg chg="mod">
          <ac:chgData name="Megha Nair" userId="d64cf513dcd39eb5" providerId="LiveId" clId="{42FCA325-1F8B-4572-B8F8-D5459FA99940}" dt="2025-12-11T05:07:12.774" v="1357" actId="27636"/>
          <ac:spMkLst>
            <pc:docMk/>
            <pc:sldMk cId="618566144" sldId="264"/>
            <ac:spMk id="3" creationId="{92A567BB-D350-04F6-BE2E-2B29AF1D516F}"/>
          </ac:spMkLst>
        </pc:spChg>
        <pc:spChg chg="add">
          <ac:chgData name="Megha Nair" userId="d64cf513dcd39eb5" providerId="LiveId" clId="{42FCA325-1F8B-4572-B8F8-D5459FA99940}" dt="2025-12-11T05:06:54.173" v="1347" actId="26606"/>
          <ac:spMkLst>
            <pc:docMk/>
            <pc:sldMk cId="618566144" sldId="264"/>
            <ac:spMk id="10" creationId="{0EC38958-9A69-239A-BA79-2AEC73345F4B}"/>
          </ac:spMkLst>
        </pc:spChg>
        <pc:spChg chg="add">
          <ac:chgData name="Megha Nair" userId="d64cf513dcd39eb5" providerId="LiveId" clId="{42FCA325-1F8B-4572-B8F8-D5459FA99940}" dt="2025-12-11T05:06:54.173" v="1347" actId="26606"/>
          <ac:spMkLst>
            <pc:docMk/>
            <pc:sldMk cId="618566144" sldId="264"/>
            <ac:spMk id="12" creationId="{6EC109E5-0396-8968-4F42-DFEC280363B6}"/>
          </ac:spMkLst>
        </pc:spChg>
        <pc:picChg chg="add">
          <ac:chgData name="Megha Nair" userId="d64cf513dcd39eb5" providerId="LiveId" clId="{42FCA325-1F8B-4572-B8F8-D5459FA99940}" dt="2025-12-11T05:06:54.173" v="1347" actId="26606"/>
          <ac:picMkLst>
            <pc:docMk/>
            <pc:sldMk cId="618566144" sldId="264"/>
            <ac:picMk id="7" creationId="{7EF7A7FA-4C17-0D90-D942-99D14BED1F51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1285297405" sldId="265"/>
        </pc:sldMkLst>
      </pc:sldChg>
      <pc:sldChg chg="addSp delSp modSp new mod setBg">
        <pc:chgData name="Megha Nair" userId="d64cf513dcd39eb5" providerId="LiveId" clId="{42FCA325-1F8B-4572-B8F8-D5459FA99940}" dt="2025-12-11T05:09:00.462" v="1370" actId="255"/>
        <pc:sldMkLst>
          <pc:docMk/>
          <pc:sldMk cId="2780021579" sldId="265"/>
        </pc:sldMkLst>
        <pc:spChg chg="mod">
          <ac:chgData name="Megha Nair" userId="d64cf513dcd39eb5" providerId="LiveId" clId="{42FCA325-1F8B-4572-B8F8-D5459FA99940}" dt="2025-12-11T05:08:35.013" v="1362" actId="26606"/>
          <ac:spMkLst>
            <pc:docMk/>
            <pc:sldMk cId="2780021579" sldId="265"/>
            <ac:spMk id="2" creationId="{99E7AC97-7BB4-88FF-0881-99E6B9A1F668}"/>
          </ac:spMkLst>
        </pc:spChg>
        <pc:spChg chg="del">
          <ac:chgData name="Megha Nair" userId="d64cf513dcd39eb5" providerId="LiveId" clId="{42FCA325-1F8B-4572-B8F8-D5459FA99940}" dt="2025-12-11T05:02:30.801" v="1221"/>
          <ac:spMkLst>
            <pc:docMk/>
            <pc:sldMk cId="2780021579" sldId="265"/>
            <ac:spMk id="3" creationId="{F433FB01-F404-5D37-A005-BE79FBD070FE}"/>
          </ac:spMkLst>
        </pc:spChg>
        <pc:spChg chg="add del mod">
          <ac:chgData name="Megha Nair" userId="d64cf513dcd39eb5" providerId="LiveId" clId="{42FCA325-1F8B-4572-B8F8-D5459FA99940}" dt="2025-12-11T05:03:48.228" v="1232" actId="478"/>
          <ac:spMkLst>
            <pc:docMk/>
            <pc:sldMk cId="2780021579" sldId="265"/>
            <ac:spMk id="4" creationId="{3C5EEAA2-2380-B01E-66AA-D211E119AD04}"/>
          </ac:spMkLst>
        </pc:spChg>
        <pc:spChg chg="add del">
          <ac:chgData name="Megha Nair" userId="d64cf513dcd39eb5" providerId="LiveId" clId="{42FCA325-1F8B-4572-B8F8-D5459FA99940}" dt="2025-12-11T05:03:48.228" v="1232" actId="478"/>
          <ac:spMkLst>
            <pc:docMk/>
            <pc:sldMk cId="2780021579" sldId="265"/>
            <ac:spMk id="5" creationId="{1E7C2219-47D2-1873-971B-0AA3716838A3}"/>
          </ac:spMkLst>
        </pc:spChg>
        <pc:spChg chg="add del mod">
          <ac:chgData name="Megha Nair" userId="d64cf513dcd39eb5" providerId="LiveId" clId="{42FCA325-1F8B-4572-B8F8-D5459FA99940}" dt="2025-12-11T05:03:51.230" v="1233" actId="478"/>
          <ac:spMkLst>
            <pc:docMk/>
            <pc:sldMk cId="2780021579" sldId="265"/>
            <ac:spMk id="6" creationId="{5D59B3B7-AC0F-158D-D14D-93FEF5F2C3CF}"/>
          </ac:spMkLst>
        </pc:spChg>
        <pc:spChg chg="add mod">
          <ac:chgData name="Megha Nair" userId="d64cf513dcd39eb5" providerId="LiveId" clId="{42FCA325-1F8B-4572-B8F8-D5459FA99940}" dt="2025-12-11T05:09:00.462" v="1370" actId="255"/>
          <ac:spMkLst>
            <pc:docMk/>
            <pc:sldMk cId="2780021579" sldId="265"/>
            <ac:spMk id="7" creationId="{EDFF11D5-74E3-74C1-F3D1-A44D6171DA11}"/>
          </ac:spMkLst>
        </pc:spChg>
        <pc:spChg chg="add del">
          <ac:chgData name="Megha Nair" userId="d64cf513dcd39eb5" providerId="LiveId" clId="{42FCA325-1F8B-4572-B8F8-D5459FA99940}" dt="2025-12-11T05:08:35.013" v="1362" actId="26606"/>
          <ac:spMkLst>
            <pc:docMk/>
            <pc:sldMk cId="2780021579" sldId="265"/>
            <ac:spMk id="14" creationId="{4065D9BE-A58D-6E8A-D4A2-5056F3C5E9CA}"/>
          </ac:spMkLst>
        </pc:spChg>
        <pc:spChg chg="add del">
          <ac:chgData name="Megha Nair" userId="d64cf513dcd39eb5" providerId="LiveId" clId="{42FCA325-1F8B-4572-B8F8-D5459FA99940}" dt="2025-12-11T05:08:35.013" v="1362" actId="26606"/>
          <ac:spMkLst>
            <pc:docMk/>
            <pc:sldMk cId="2780021579" sldId="265"/>
            <ac:spMk id="16" creationId="{A745E793-BC99-8991-71CD-53FFBB6A8F69}"/>
          </ac:spMkLst>
        </pc:spChg>
        <pc:spChg chg="add">
          <ac:chgData name="Megha Nair" userId="d64cf513dcd39eb5" providerId="LiveId" clId="{42FCA325-1F8B-4572-B8F8-D5459FA99940}" dt="2025-12-11T05:08:35.013" v="1362" actId="26606"/>
          <ac:spMkLst>
            <pc:docMk/>
            <pc:sldMk cId="2780021579" sldId="265"/>
            <ac:spMk id="21" creationId="{4065D9BE-A58D-6E8A-D4A2-5056F3C5E9CA}"/>
          </ac:spMkLst>
        </pc:spChg>
        <pc:spChg chg="add">
          <ac:chgData name="Megha Nair" userId="d64cf513dcd39eb5" providerId="LiveId" clId="{42FCA325-1F8B-4572-B8F8-D5459FA99940}" dt="2025-12-11T05:08:35.013" v="1362" actId="26606"/>
          <ac:spMkLst>
            <pc:docMk/>
            <pc:sldMk cId="2780021579" sldId="265"/>
            <ac:spMk id="23" creationId="{A745E793-BC99-8991-71CD-53FFBB6A8F69}"/>
          </ac:spMkLst>
        </pc:spChg>
        <pc:picChg chg="add mod ord">
          <ac:chgData name="Megha Nair" userId="d64cf513dcd39eb5" providerId="LiveId" clId="{42FCA325-1F8B-4572-B8F8-D5459FA99940}" dt="2025-12-11T05:08:46.126" v="1368" actId="1076"/>
          <ac:picMkLst>
            <pc:docMk/>
            <pc:sldMk cId="2780021579" sldId="265"/>
            <ac:picMk id="11" creationId="{C53D7410-9F84-2939-FD36-B6CB58F7A83E}"/>
          </ac:picMkLst>
        </pc:picChg>
      </pc:sldChg>
      <pc:sldChg chg="addSp delSp modSp new mod setBg setClrOvrMap">
        <pc:chgData name="Megha Nair" userId="d64cf513dcd39eb5" providerId="LiveId" clId="{42FCA325-1F8B-4572-B8F8-D5459FA99940}" dt="2025-12-11T05:09:54.907" v="1385" actId="1076"/>
        <pc:sldMkLst>
          <pc:docMk/>
          <pc:sldMk cId="1311871753" sldId="266"/>
        </pc:sldMkLst>
        <pc:spChg chg="mod">
          <ac:chgData name="Megha Nair" userId="d64cf513dcd39eb5" providerId="LiveId" clId="{42FCA325-1F8B-4572-B8F8-D5459FA99940}" dt="2025-12-11T05:09:54.907" v="1385" actId="1076"/>
          <ac:spMkLst>
            <pc:docMk/>
            <pc:sldMk cId="1311871753" sldId="266"/>
            <ac:spMk id="2" creationId="{AB26F70F-B260-9A45-AE62-E118C96EC4D0}"/>
          </ac:spMkLst>
        </pc:spChg>
        <pc:spChg chg="add del">
          <ac:chgData name="Megha Nair" userId="d64cf513dcd39eb5" providerId="LiveId" clId="{42FCA325-1F8B-4572-B8F8-D5459FA99940}" dt="2025-12-11T05:09:23.423" v="1373" actId="26606"/>
          <ac:spMkLst>
            <pc:docMk/>
            <pc:sldMk cId="1311871753" sldId="266"/>
            <ac:spMk id="3" creationId="{2CA7C640-F534-5E2F-3C48-338D7E5F458F}"/>
          </ac:spMkLst>
        </pc:spChg>
        <pc:spChg chg="add del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8" creationId="{4E17AA97-89A7-45C1-B813-BFF6C23D79E1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9" creationId="{774A975B-A886-5202-0489-6965514A0D14}"/>
          </ac:spMkLst>
        </pc:spChg>
        <pc:spChg chg="add del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10" creationId="{33AC4FE1-D370-43A6-96C5-076716BB1E76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11" creationId="{EA67E988-5919-57BB-C7DE-D3EAD38A3045}"/>
          </ac:spMkLst>
        </pc:spChg>
        <pc:spChg chg="add del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12" creationId="{4A3D569D-D3A6-49CA-A483-291E95DACA14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13" creationId="{33E93247-6229-44AB-A550-739E971E690B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14" creationId="{774A975B-A886-5202-0489-6965514A0D14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15" creationId="{AAB476BF-4EE2-5243-CABB-6CC72C39BF52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16" creationId="{AA083F47-750E-A41F-1E5A-EFB054507C70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17" creationId="{20D28EA4-6F96-F7C6-1D07-5BA5C27387EC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18" creationId="{EA67E988-5919-57BB-C7DE-D3EAD38A3045}"/>
          </ac:spMkLst>
        </pc:spChg>
        <pc:spChg chg="add del">
          <ac:chgData name="Megha Nair" userId="d64cf513dcd39eb5" providerId="LiveId" clId="{42FCA325-1F8B-4572-B8F8-D5459FA99940}" dt="2025-12-11T05:09:23.423" v="1372" actId="26606"/>
          <ac:spMkLst>
            <pc:docMk/>
            <pc:sldMk cId="1311871753" sldId="266"/>
            <ac:spMk id="19" creationId="{FDFF93C5-0576-D227-80A7-4CFBA8791AE4}"/>
          </ac:spMkLst>
        </pc:spChg>
        <pc:spChg chg="add del">
          <ac:chgData name="Megha Nair" userId="d64cf513dcd39eb5" providerId="LiveId" clId="{42FCA325-1F8B-4572-B8F8-D5459FA99940}" dt="2025-12-11T05:09:37.933" v="1374" actId="478"/>
          <ac:spMkLst>
            <pc:docMk/>
            <pc:sldMk cId="1311871753" sldId="266"/>
            <ac:spMk id="21" creationId="{2CA7C640-F534-5E2F-3C48-338D7E5F458F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23" creationId="{E73AF435-44C8-C44B-9352-ACFA393E2F29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25" creationId="{9AD8A78E-AAB6-C125-6A57-5B031A873ED6}"/>
          </ac:spMkLst>
        </pc:spChg>
        <pc:spChg chg="add">
          <ac:chgData name="Megha Nair" userId="d64cf513dcd39eb5" providerId="LiveId" clId="{42FCA325-1F8B-4572-B8F8-D5459FA99940}" dt="2025-12-11T05:09:43.220" v="1375" actId="26606"/>
          <ac:spMkLst>
            <pc:docMk/>
            <pc:sldMk cId="1311871753" sldId="266"/>
            <ac:spMk id="27" creationId="{BBFC5193-1606-67C6-6571-CC04CF23435D}"/>
          </ac:spMkLst>
        </pc:spChg>
        <pc:picChg chg="add del">
          <ac:chgData name="Megha Nair" userId="d64cf513dcd39eb5" providerId="LiveId" clId="{42FCA325-1F8B-4572-B8F8-D5459FA99940}" dt="2025-12-11T05:09:23.423" v="1372" actId="26606"/>
          <ac:picMkLst>
            <pc:docMk/>
            <pc:sldMk cId="1311871753" sldId="266"/>
            <ac:picMk id="5" creationId="{48F27A57-1FFB-C124-B206-F25911002153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2919248362" sldId="266"/>
        </pc:sldMkLst>
      </pc:sldChg>
      <pc:sldChg chg="addSp delSp modSp new mod setBg">
        <pc:chgData name="Megha Nair" userId="d64cf513dcd39eb5" providerId="LiveId" clId="{42FCA325-1F8B-4572-B8F8-D5459FA99940}" dt="2025-12-11T01:31:24.674" v="717"/>
        <pc:sldMkLst>
          <pc:docMk/>
          <pc:sldMk cId="2684333764" sldId="267"/>
        </pc:sldMkLst>
        <pc:spChg chg="mod">
          <ac:chgData name="Megha Nair" userId="d64cf513dcd39eb5" providerId="LiveId" clId="{42FCA325-1F8B-4572-B8F8-D5459FA99940}" dt="2025-12-11T01:31:10.392" v="716" actId="26606"/>
          <ac:spMkLst>
            <pc:docMk/>
            <pc:sldMk cId="2684333764" sldId="267"/>
            <ac:spMk id="2" creationId="{6A541DE0-43A3-55E9-4628-8C539C4D3C61}"/>
          </ac:spMkLst>
        </pc:spChg>
        <pc:spChg chg="add del mod">
          <ac:chgData name="Megha Nair" userId="d64cf513dcd39eb5" providerId="LiveId" clId="{42FCA325-1F8B-4572-B8F8-D5459FA99940}" dt="2025-12-11T01:31:10.392" v="716" actId="26606"/>
          <ac:spMkLst>
            <pc:docMk/>
            <pc:sldMk cId="2684333764" sldId="267"/>
            <ac:spMk id="3" creationId="{54D0E6FB-3D25-9560-1A02-26E62F04CA45}"/>
          </ac:spMkLst>
        </pc:spChg>
        <pc:spChg chg="add">
          <ac:chgData name="Megha Nair" userId="d64cf513dcd39eb5" providerId="LiveId" clId="{42FCA325-1F8B-4572-B8F8-D5459FA99940}" dt="2025-12-11T01:31:10.392" v="716" actId="26606"/>
          <ac:spMkLst>
            <pc:docMk/>
            <pc:sldMk cId="2684333764" sldId="267"/>
            <ac:spMk id="6" creationId="{817D949E-564D-4503-A64E-D22FA3232C29}"/>
          </ac:spMkLst>
        </pc:spChg>
        <pc:spChg chg="add">
          <ac:chgData name="Megha Nair" userId="d64cf513dcd39eb5" providerId="LiveId" clId="{42FCA325-1F8B-4572-B8F8-D5459FA99940}" dt="2025-12-11T01:31:10.392" v="716" actId="26606"/>
          <ac:spMkLst>
            <pc:docMk/>
            <pc:sldMk cId="2684333764" sldId="267"/>
            <ac:spMk id="7" creationId="{2C8EEB27-9249-8B3A-C8C2-18F9DC480810}"/>
          </ac:spMkLst>
        </pc:spChg>
        <pc:spChg chg="add">
          <ac:chgData name="Megha Nair" userId="d64cf513dcd39eb5" providerId="LiveId" clId="{42FCA325-1F8B-4572-B8F8-D5459FA99940}" dt="2025-12-11T01:31:10.392" v="716" actId="26606"/>
          <ac:spMkLst>
            <pc:docMk/>
            <pc:sldMk cId="2684333764" sldId="267"/>
            <ac:spMk id="8" creationId="{18482CAC-96FF-EBE5-E97D-0BE2B8A51E3F}"/>
          </ac:spMkLst>
        </pc:spChg>
        <pc:spChg chg="add del">
          <ac:chgData name="Megha Nair" userId="d64cf513dcd39eb5" providerId="LiveId" clId="{42FCA325-1F8B-4572-B8F8-D5459FA99940}" dt="2025-12-11T01:30:37.384" v="706" actId="26606"/>
          <ac:spMkLst>
            <pc:docMk/>
            <pc:sldMk cId="2684333764" sldId="267"/>
            <ac:spMk id="9" creationId="{817D949E-564D-4503-A64E-D22FA3232C29}"/>
          </ac:spMkLst>
        </pc:spChg>
        <pc:spChg chg="add del">
          <ac:chgData name="Megha Nair" userId="d64cf513dcd39eb5" providerId="LiveId" clId="{42FCA325-1F8B-4572-B8F8-D5459FA99940}" dt="2025-12-11T01:30:37.384" v="706" actId="26606"/>
          <ac:spMkLst>
            <pc:docMk/>
            <pc:sldMk cId="2684333764" sldId="267"/>
            <ac:spMk id="11" creationId="{2C8EEB27-9249-8B3A-C8C2-18F9DC480810}"/>
          </ac:spMkLst>
        </pc:spChg>
        <pc:spChg chg="add del">
          <ac:chgData name="Megha Nair" userId="d64cf513dcd39eb5" providerId="LiveId" clId="{42FCA325-1F8B-4572-B8F8-D5459FA99940}" dt="2025-12-11T01:30:37.384" v="706" actId="26606"/>
          <ac:spMkLst>
            <pc:docMk/>
            <pc:sldMk cId="2684333764" sldId="267"/>
            <ac:spMk id="13" creationId="{18482CAC-96FF-EBE5-E97D-0BE2B8A51E3F}"/>
          </ac:spMkLst>
        </pc:spChg>
        <pc:graphicFrameChg chg="add del">
          <ac:chgData name="Megha Nair" userId="d64cf513dcd39eb5" providerId="LiveId" clId="{42FCA325-1F8B-4572-B8F8-D5459FA99940}" dt="2025-12-11T01:30:37.384" v="706" actId="26606"/>
          <ac:graphicFrameMkLst>
            <pc:docMk/>
            <pc:sldMk cId="2684333764" sldId="267"/>
            <ac:graphicFrameMk id="5" creationId="{A4F67A58-CA70-132C-1E92-42978B387580}"/>
          </ac:graphicFrameMkLst>
        </pc:graphicFrameChg>
        <pc:graphicFrameChg chg="add mod">
          <ac:chgData name="Megha Nair" userId="d64cf513dcd39eb5" providerId="LiveId" clId="{42FCA325-1F8B-4572-B8F8-D5459FA99940}" dt="2025-12-11T01:31:24.674" v="717"/>
          <ac:graphicFrameMkLst>
            <pc:docMk/>
            <pc:sldMk cId="2684333764" sldId="267"/>
            <ac:graphicFrameMk id="10" creationId="{A01ACA92-98EF-6BD0-D8FD-DD18C516C480}"/>
          </ac:graphicFrameMkLst>
        </pc:graphicFrame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3035041112" sldId="267"/>
        </pc:sldMkLst>
      </pc:sldChg>
      <pc:sldChg chg="addSp delSp modSp new mod setBg">
        <pc:chgData name="Megha Nair" userId="d64cf513dcd39eb5" providerId="LiveId" clId="{42FCA325-1F8B-4572-B8F8-D5459FA99940}" dt="2025-12-11T01:40:20.420" v="854" actId="14100"/>
        <pc:sldMkLst>
          <pc:docMk/>
          <pc:sldMk cId="1719959327" sldId="268"/>
        </pc:sldMkLst>
        <pc:spChg chg="mod">
          <ac:chgData name="Megha Nair" userId="d64cf513dcd39eb5" providerId="LiveId" clId="{42FCA325-1F8B-4572-B8F8-D5459FA99940}" dt="2025-12-11T01:38:52.922" v="808" actId="26606"/>
          <ac:spMkLst>
            <pc:docMk/>
            <pc:sldMk cId="1719959327" sldId="268"/>
            <ac:spMk id="2" creationId="{1424833B-9E5D-395E-1181-0263B7859DF8}"/>
          </ac:spMkLst>
        </pc:spChg>
        <pc:spChg chg="add del mod">
          <ac:chgData name="Megha Nair" userId="d64cf513dcd39eb5" providerId="LiveId" clId="{42FCA325-1F8B-4572-B8F8-D5459FA99940}" dt="2025-12-11T01:38:52.922" v="808" actId="26606"/>
          <ac:spMkLst>
            <pc:docMk/>
            <pc:sldMk cId="1719959327" sldId="268"/>
            <ac:spMk id="3" creationId="{5FE5D92C-E24B-6D84-A7A2-481FE18CBFD0}"/>
          </ac:spMkLst>
        </pc:spChg>
        <pc:spChg chg="add del">
          <ac:chgData name="Megha Nair" userId="d64cf513dcd39eb5" providerId="LiveId" clId="{42FCA325-1F8B-4572-B8F8-D5459FA99940}" dt="2025-12-11T01:38:52.903" v="807" actId="26606"/>
          <ac:spMkLst>
            <pc:docMk/>
            <pc:sldMk cId="1719959327" sldId="268"/>
            <ac:spMk id="6" creationId="{817D949E-564D-4503-A64E-D22FA3232C29}"/>
          </ac:spMkLst>
        </pc:spChg>
        <pc:spChg chg="add del">
          <ac:chgData name="Megha Nair" userId="d64cf513dcd39eb5" providerId="LiveId" clId="{42FCA325-1F8B-4572-B8F8-D5459FA99940}" dt="2025-12-11T01:38:52.903" v="807" actId="26606"/>
          <ac:spMkLst>
            <pc:docMk/>
            <pc:sldMk cId="1719959327" sldId="268"/>
            <ac:spMk id="7" creationId="{2C8EEB27-9249-8B3A-C8C2-18F9DC480810}"/>
          </ac:spMkLst>
        </pc:spChg>
        <pc:spChg chg="add del">
          <ac:chgData name="Megha Nair" userId="d64cf513dcd39eb5" providerId="LiveId" clId="{42FCA325-1F8B-4572-B8F8-D5459FA99940}" dt="2025-12-11T01:38:52.903" v="807" actId="26606"/>
          <ac:spMkLst>
            <pc:docMk/>
            <pc:sldMk cId="1719959327" sldId="268"/>
            <ac:spMk id="8" creationId="{18482CAC-96FF-EBE5-E97D-0BE2B8A51E3F}"/>
          </ac:spMkLst>
        </pc:spChg>
        <pc:spChg chg="add del">
          <ac:chgData name="Megha Nair" userId="d64cf513dcd39eb5" providerId="LiveId" clId="{42FCA325-1F8B-4572-B8F8-D5459FA99940}" dt="2025-12-11T01:37:31.139" v="788" actId="26606"/>
          <ac:spMkLst>
            <pc:docMk/>
            <pc:sldMk cId="1719959327" sldId="268"/>
            <ac:spMk id="9" creationId="{817D949E-564D-4503-A64E-D22FA3232C29}"/>
          </ac:spMkLst>
        </pc:spChg>
        <pc:spChg chg="add del">
          <ac:chgData name="Megha Nair" userId="d64cf513dcd39eb5" providerId="LiveId" clId="{42FCA325-1F8B-4572-B8F8-D5459FA99940}" dt="2025-12-11T01:37:31.139" v="788" actId="26606"/>
          <ac:spMkLst>
            <pc:docMk/>
            <pc:sldMk cId="1719959327" sldId="268"/>
            <ac:spMk id="11" creationId="{2C8EEB27-9249-8B3A-C8C2-18F9DC480810}"/>
          </ac:spMkLst>
        </pc:spChg>
        <pc:spChg chg="add">
          <ac:chgData name="Megha Nair" userId="d64cf513dcd39eb5" providerId="LiveId" clId="{42FCA325-1F8B-4572-B8F8-D5459FA99940}" dt="2025-12-11T01:38:52.922" v="808" actId="26606"/>
          <ac:spMkLst>
            <pc:docMk/>
            <pc:sldMk cId="1719959327" sldId="268"/>
            <ac:spMk id="12" creationId="{817D949E-564D-4503-A64E-D22FA3232C29}"/>
          </ac:spMkLst>
        </pc:spChg>
        <pc:spChg chg="add del">
          <ac:chgData name="Megha Nair" userId="d64cf513dcd39eb5" providerId="LiveId" clId="{42FCA325-1F8B-4572-B8F8-D5459FA99940}" dt="2025-12-11T01:37:31.139" v="788" actId="26606"/>
          <ac:spMkLst>
            <pc:docMk/>
            <pc:sldMk cId="1719959327" sldId="268"/>
            <ac:spMk id="13" creationId="{18482CAC-96FF-EBE5-E97D-0BE2B8A51E3F}"/>
          </ac:spMkLst>
        </pc:spChg>
        <pc:spChg chg="add">
          <ac:chgData name="Megha Nair" userId="d64cf513dcd39eb5" providerId="LiveId" clId="{42FCA325-1F8B-4572-B8F8-D5459FA99940}" dt="2025-12-11T01:38:52.922" v="808" actId="26606"/>
          <ac:spMkLst>
            <pc:docMk/>
            <pc:sldMk cId="1719959327" sldId="268"/>
            <ac:spMk id="14" creationId="{2C8EEB27-9249-8B3A-C8C2-18F9DC480810}"/>
          </ac:spMkLst>
        </pc:spChg>
        <pc:spChg chg="add">
          <ac:chgData name="Megha Nair" userId="d64cf513dcd39eb5" providerId="LiveId" clId="{42FCA325-1F8B-4572-B8F8-D5459FA99940}" dt="2025-12-11T01:38:52.922" v="808" actId="26606"/>
          <ac:spMkLst>
            <pc:docMk/>
            <pc:sldMk cId="1719959327" sldId="268"/>
            <ac:spMk id="15" creationId="{18482CAC-96FF-EBE5-E97D-0BE2B8A51E3F}"/>
          </ac:spMkLst>
        </pc:spChg>
        <pc:spChg chg="add mod">
          <ac:chgData name="Megha Nair" userId="d64cf513dcd39eb5" providerId="LiveId" clId="{42FCA325-1F8B-4572-B8F8-D5459FA99940}" dt="2025-12-11T01:40:20.420" v="854" actId="14100"/>
          <ac:spMkLst>
            <pc:docMk/>
            <pc:sldMk cId="1719959327" sldId="268"/>
            <ac:spMk id="17" creationId="{ABC39AF3-9CA6-9CEF-F770-B6282BFB44CA}"/>
          </ac:spMkLst>
        </pc:spChg>
        <pc:graphicFrameChg chg="add del">
          <ac:chgData name="Megha Nair" userId="d64cf513dcd39eb5" providerId="LiveId" clId="{42FCA325-1F8B-4572-B8F8-D5459FA99940}" dt="2025-12-11T01:37:31.139" v="788" actId="26606"/>
          <ac:graphicFrameMkLst>
            <pc:docMk/>
            <pc:sldMk cId="1719959327" sldId="268"/>
            <ac:graphicFrameMk id="5" creationId="{05EE299F-E6F2-7EBE-13D4-0EF639AB0B6A}"/>
          </ac:graphicFrameMkLst>
        </pc:graphicFrameChg>
        <pc:graphicFrameChg chg="add del">
          <ac:chgData name="Megha Nair" userId="d64cf513dcd39eb5" providerId="LiveId" clId="{42FCA325-1F8B-4572-B8F8-D5459FA99940}" dt="2025-12-11T01:38:52.903" v="807" actId="26606"/>
          <ac:graphicFrameMkLst>
            <pc:docMk/>
            <pc:sldMk cId="1719959327" sldId="268"/>
            <ac:graphicFrameMk id="10" creationId="{67853CDD-C335-0F08-2F58-A115A89F0D31}"/>
          </ac:graphicFrameMkLst>
        </pc:graphicFrameChg>
        <pc:graphicFrameChg chg="add mod modGraphic">
          <ac:chgData name="Megha Nair" userId="d64cf513dcd39eb5" providerId="LiveId" clId="{42FCA325-1F8B-4572-B8F8-D5459FA99940}" dt="2025-12-11T01:39:12.534" v="811" actId="478"/>
          <ac:graphicFrameMkLst>
            <pc:docMk/>
            <pc:sldMk cId="1719959327" sldId="268"/>
            <ac:graphicFrameMk id="16" creationId="{AC53297D-31E9-40FC-5DD1-D1405EF74F7F}"/>
          </ac:graphicFrameMkLst>
        </pc:graphicFrame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1905210043" sldId="268"/>
        </pc:sldMkLst>
      </pc:sldChg>
      <pc:sldChg chg="addSp delSp modSp new mod">
        <pc:chgData name="Megha Nair" userId="d64cf513dcd39eb5" providerId="LiveId" clId="{42FCA325-1F8B-4572-B8F8-D5459FA99940}" dt="2025-12-11T23:16:02.627" v="1763" actId="1076"/>
        <pc:sldMkLst>
          <pc:docMk/>
          <pc:sldMk cId="2112786892" sldId="269"/>
        </pc:sldMkLst>
        <pc:spChg chg="mod">
          <ac:chgData name="Megha Nair" userId="d64cf513dcd39eb5" providerId="LiveId" clId="{42FCA325-1F8B-4572-B8F8-D5459FA99940}" dt="2025-12-11T04:52:48.401" v="1009" actId="20577"/>
          <ac:spMkLst>
            <pc:docMk/>
            <pc:sldMk cId="2112786892" sldId="269"/>
            <ac:spMk id="2" creationId="{72394E60-AF33-4232-65D9-EE38BD99F09E}"/>
          </ac:spMkLst>
        </pc:spChg>
        <pc:spChg chg="del">
          <ac:chgData name="Megha Nair" userId="d64cf513dcd39eb5" providerId="LiveId" clId="{42FCA325-1F8B-4572-B8F8-D5459FA99940}" dt="2025-12-11T04:52:57.020" v="1010"/>
          <ac:spMkLst>
            <pc:docMk/>
            <pc:sldMk cId="2112786892" sldId="269"/>
            <ac:spMk id="3" creationId="{F3A7E70C-8911-826D-6D3A-122F6D493ABE}"/>
          </ac:spMkLst>
        </pc:spChg>
        <pc:spChg chg="add del mod">
          <ac:chgData name="Megha Nair" userId="d64cf513dcd39eb5" providerId="LiveId" clId="{42FCA325-1F8B-4572-B8F8-D5459FA99940}" dt="2025-12-11T22:48:31.534" v="1616" actId="478"/>
          <ac:spMkLst>
            <pc:docMk/>
            <pc:sldMk cId="2112786892" sldId="269"/>
            <ac:spMk id="6" creationId="{42C881DB-3A41-4456-B340-471CF60E95E6}"/>
          </ac:spMkLst>
        </pc:spChg>
        <pc:picChg chg="add del mod">
          <ac:chgData name="Megha Nair" userId="d64cf513dcd39eb5" providerId="LiveId" clId="{42FCA325-1F8B-4572-B8F8-D5459FA99940}" dt="2025-12-11T05:29:20.901" v="1411" actId="478"/>
          <ac:picMkLst>
            <pc:docMk/>
            <pc:sldMk cId="2112786892" sldId="269"/>
            <ac:picMk id="4" creationId="{3A873462-7425-DF18-E446-9701E0BF8807}"/>
          </ac:picMkLst>
        </pc:picChg>
        <pc:picChg chg="add mod">
          <ac:chgData name="Megha Nair" userId="d64cf513dcd39eb5" providerId="LiveId" clId="{42FCA325-1F8B-4572-B8F8-D5459FA99940}" dt="2025-12-11T23:16:02.627" v="1763" actId="1076"/>
          <ac:picMkLst>
            <pc:docMk/>
            <pc:sldMk cId="2112786892" sldId="269"/>
            <ac:picMk id="4" creationId="{6F715DB0-3FEC-BFE5-E1DE-D923D9E14066}"/>
          </ac:picMkLst>
        </pc:picChg>
        <pc:picChg chg="add del mod">
          <ac:chgData name="Megha Nair" userId="d64cf513dcd39eb5" providerId="LiveId" clId="{42FCA325-1F8B-4572-B8F8-D5459FA99940}" dt="2025-12-11T22:48:24.816" v="1615" actId="478"/>
          <ac:picMkLst>
            <pc:docMk/>
            <pc:sldMk cId="2112786892" sldId="269"/>
            <ac:picMk id="7" creationId="{8A1DED55-E525-72F4-B476-C834D41EAF3A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3365702521" sldId="269"/>
        </pc:sldMkLst>
      </pc:sldChg>
      <pc:sldChg chg="addSp delSp modSp add mod addAnim">
        <pc:chgData name="Megha Nair" userId="d64cf513dcd39eb5" providerId="LiveId" clId="{42FCA325-1F8B-4572-B8F8-D5459FA99940}" dt="2025-12-11T22:47:58.575" v="1614" actId="1076"/>
        <pc:sldMkLst>
          <pc:docMk/>
          <pc:sldMk cId="1277409739" sldId="270"/>
        </pc:sldMkLst>
        <pc:spChg chg="mod">
          <ac:chgData name="Megha Nair" userId="d64cf513dcd39eb5" providerId="LiveId" clId="{42FCA325-1F8B-4572-B8F8-D5459FA99940}" dt="2025-12-11T05:10:53.017" v="1390" actId="14100"/>
          <ac:spMkLst>
            <pc:docMk/>
            <pc:sldMk cId="1277409739" sldId="270"/>
            <ac:spMk id="2" creationId="{9CDEE6AC-D13D-CCF3-5115-872F335EA381}"/>
          </ac:spMkLst>
        </pc:spChg>
        <pc:spChg chg="add del mod">
          <ac:chgData name="Megha Nair" userId="d64cf513dcd39eb5" providerId="LiveId" clId="{42FCA325-1F8B-4572-B8F8-D5459FA99940}" dt="2025-12-11T04:48:26.657" v="922"/>
          <ac:spMkLst>
            <pc:docMk/>
            <pc:sldMk cId="1277409739" sldId="270"/>
            <ac:spMk id="4" creationId="{D593EA5C-6780-A534-63BB-230C82354A08}"/>
          </ac:spMkLst>
        </pc:spChg>
        <pc:spChg chg="add del mod">
          <ac:chgData name="Megha Nair" userId="d64cf513dcd39eb5" providerId="LiveId" clId="{42FCA325-1F8B-4572-B8F8-D5459FA99940}" dt="2025-12-11T04:48:49.329" v="925" actId="478"/>
          <ac:spMkLst>
            <pc:docMk/>
            <pc:sldMk cId="1277409739" sldId="270"/>
            <ac:spMk id="8" creationId="{B5D3AD2B-4F8F-6952-41EB-69E9FC656D37}"/>
          </ac:spMkLst>
        </pc:spChg>
        <pc:spChg chg="del">
          <ac:chgData name="Megha Nair" userId="d64cf513dcd39eb5" providerId="LiveId" clId="{42FCA325-1F8B-4572-B8F8-D5459FA99940}" dt="2025-12-11T04:48:29.351" v="923" actId="26606"/>
          <ac:spMkLst>
            <pc:docMk/>
            <pc:sldMk cId="1277409739" sldId="270"/>
            <ac:spMk id="11" creationId="{812C0B41-C582-BE64-2306-69F44F1D1FBC}"/>
          </ac:spMkLst>
        </pc:spChg>
        <pc:spChg chg="del">
          <ac:chgData name="Megha Nair" userId="d64cf513dcd39eb5" providerId="LiveId" clId="{42FCA325-1F8B-4572-B8F8-D5459FA99940}" dt="2025-12-11T04:48:29.351" v="923" actId="26606"/>
          <ac:spMkLst>
            <pc:docMk/>
            <pc:sldMk cId="1277409739" sldId="270"/>
            <ac:spMk id="13" creationId="{63E941DA-9E21-B4E4-4B39-2FC54CB08DF7}"/>
          </ac:spMkLst>
        </pc:spChg>
        <pc:spChg chg="del">
          <ac:chgData name="Megha Nair" userId="d64cf513dcd39eb5" providerId="LiveId" clId="{42FCA325-1F8B-4572-B8F8-D5459FA99940}" dt="2025-12-11T04:48:29.351" v="923" actId="26606"/>
          <ac:spMkLst>
            <pc:docMk/>
            <pc:sldMk cId="1277409739" sldId="270"/>
            <ac:spMk id="17" creationId="{B38B7283-6169-22D1-F959-599F82536A35}"/>
          </ac:spMkLst>
        </pc:spChg>
        <pc:spChg chg="del">
          <ac:chgData name="Megha Nair" userId="d64cf513dcd39eb5" providerId="LiveId" clId="{42FCA325-1F8B-4572-B8F8-D5459FA99940}" dt="2025-12-11T04:48:29.351" v="923" actId="26606"/>
          <ac:spMkLst>
            <pc:docMk/>
            <pc:sldMk cId="1277409739" sldId="270"/>
            <ac:spMk id="19" creationId="{7943B0F3-02D3-1FF9-5464-B808F048DBC8}"/>
          </ac:spMkLst>
        </pc:spChg>
        <pc:spChg chg="add del">
          <ac:chgData name="Megha Nair" userId="d64cf513dcd39eb5" providerId="LiveId" clId="{42FCA325-1F8B-4572-B8F8-D5459FA99940}" dt="2025-12-11T04:48:53.587" v="927" actId="26606"/>
          <ac:spMkLst>
            <pc:docMk/>
            <pc:sldMk cId="1277409739" sldId="270"/>
            <ac:spMk id="24" creationId="{774A975B-A886-5202-0489-6965514A0D14}"/>
          </ac:spMkLst>
        </pc:spChg>
        <pc:spChg chg="add del">
          <ac:chgData name="Megha Nair" userId="d64cf513dcd39eb5" providerId="LiveId" clId="{42FCA325-1F8B-4572-B8F8-D5459FA99940}" dt="2025-12-11T04:48:53.587" v="927" actId="26606"/>
          <ac:spMkLst>
            <pc:docMk/>
            <pc:sldMk cId="1277409739" sldId="270"/>
            <ac:spMk id="26" creationId="{EA67E988-5919-57BB-C7DE-D3EAD38A3045}"/>
          </ac:spMkLst>
        </pc:spChg>
        <pc:spChg chg="add del">
          <ac:chgData name="Megha Nair" userId="d64cf513dcd39eb5" providerId="LiveId" clId="{42FCA325-1F8B-4572-B8F8-D5459FA99940}" dt="2025-12-11T04:48:53.587" v="927" actId="26606"/>
          <ac:spMkLst>
            <pc:docMk/>
            <pc:sldMk cId="1277409739" sldId="270"/>
            <ac:spMk id="28" creationId="{FAF3766F-DEF3-4802-BB0D-7A18EDD9704F}"/>
          </ac:spMkLst>
        </pc:spChg>
        <pc:spChg chg="add del">
          <ac:chgData name="Megha Nair" userId="d64cf513dcd39eb5" providerId="LiveId" clId="{42FCA325-1F8B-4572-B8F8-D5459FA99940}" dt="2025-12-11T04:48:53.587" v="927" actId="26606"/>
          <ac:spMkLst>
            <pc:docMk/>
            <pc:sldMk cId="1277409739" sldId="270"/>
            <ac:spMk id="30" creationId="{D91952F0-771E-D2ED-C333-EEED6708B80C}"/>
          </ac:spMkLst>
        </pc:spChg>
        <pc:spChg chg="add del">
          <ac:chgData name="Megha Nair" userId="d64cf513dcd39eb5" providerId="LiveId" clId="{42FCA325-1F8B-4572-B8F8-D5459FA99940}" dt="2025-12-11T04:48:53.587" v="927" actId="26606"/>
          <ac:spMkLst>
            <pc:docMk/>
            <pc:sldMk cId="1277409739" sldId="270"/>
            <ac:spMk id="32" creationId="{3FB6D83C-2377-9CAD-A991-9E0B6AF25067}"/>
          </ac:spMkLst>
        </pc:spChg>
        <pc:spChg chg="add del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37" creationId="{774A975B-A886-5202-0489-6965514A0D14}"/>
          </ac:spMkLst>
        </pc:spChg>
        <pc:spChg chg="add del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39" creationId="{EA67E988-5919-57BB-C7DE-D3EAD38A3045}"/>
          </ac:spMkLst>
        </pc:spChg>
        <pc:spChg chg="add del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41" creationId="{FAF3766F-DEF3-4802-BB0D-7A18EDD9704F}"/>
          </ac:spMkLst>
        </pc:spChg>
        <pc:spChg chg="add del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43" creationId="{D91952F0-771E-D2ED-C333-EEED6708B80C}"/>
          </ac:spMkLst>
        </pc:spChg>
        <pc:spChg chg="add del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45" creationId="{3FB6D83C-2377-9CAD-A991-9E0B6AF25067}"/>
          </ac:spMkLst>
        </pc:spChg>
        <pc:spChg chg="add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50" creationId="{774A975B-A886-5202-0489-6965514A0D14}"/>
          </ac:spMkLst>
        </pc:spChg>
        <pc:spChg chg="add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52" creationId="{EA67E988-5919-57BB-C7DE-D3EAD38A3045}"/>
          </ac:spMkLst>
        </pc:spChg>
        <pc:spChg chg="add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54" creationId="{FAF3766F-DEF3-4802-BB0D-7A18EDD9704F}"/>
          </ac:spMkLst>
        </pc:spChg>
        <pc:spChg chg="add">
          <ac:chgData name="Megha Nair" userId="d64cf513dcd39eb5" providerId="LiveId" clId="{42FCA325-1F8B-4572-B8F8-D5459FA99940}" dt="2025-12-11T04:51:36.935" v="954" actId="26606"/>
          <ac:spMkLst>
            <pc:docMk/>
            <pc:sldMk cId="1277409739" sldId="270"/>
            <ac:spMk id="56" creationId="{B2C335F7-F61C-4EB4-80F2-4B1438FE66BB}"/>
          </ac:spMkLst>
        </pc:spChg>
        <pc:graphicFrameChg chg="add del mod">
          <ac:chgData name="Megha Nair" userId="d64cf513dcd39eb5" providerId="LiveId" clId="{42FCA325-1F8B-4572-B8F8-D5459FA99940}" dt="2025-12-11T04:48:45.451" v="924" actId="478"/>
          <ac:graphicFrameMkLst>
            <pc:docMk/>
            <pc:sldMk cId="1277409739" sldId="270"/>
            <ac:graphicFrameMk id="5" creationId="{70FD8CB9-9958-3F9B-90BF-537A70B754E1}"/>
          </ac:graphicFrameMkLst>
        </pc:graphicFrameChg>
        <pc:graphicFrameChg chg="del">
          <ac:chgData name="Megha Nair" userId="d64cf513dcd39eb5" providerId="LiveId" clId="{42FCA325-1F8B-4572-B8F8-D5459FA99940}" dt="2025-12-11T04:48:25.584" v="921" actId="478"/>
          <ac:graphicFrameMkLst>
            <pc:docMk/>
            <pc:sldMk cId="1277409739" sldId="270"/>
            <ac:graphicFrameMk id="6" creationId="{B21FAEF1-ED29-59EA-0442-8F0D384ECBB8}"/>
          </ac:graphicFrameMkLst>
        </pc:graphicFrameChg>
        <pc:graphicFrameChg chg="add del mod modGraphic">
          <ac:chgData name="Megha Nair" userId="d64cf513dcd39eb5" providerId="LiveId" clId="{42FCA325-1F8B-4572-B8F8-D5459FA99940}" dt="2025-12-11T04:51:25.719" v="952" actId="478"/>
          <ac:graphicFrameMkLst>
            <pc:docMk/>
            <pc:sldMk cId="1277409739" sldId="270"/>
            <ac:graphicFrameMk id="9" creationId="{3141E28D-3D26-29CC-D784-0DB2189831AA}"/>
          </ac:graphicFrameMkLst>
        </pc:graphicFrameChg>
        <pc:picChg chg="add mod">
          <ac:chgData name="Megha Nair" userId="d64cf513dcd39eb5" providerId="LiveId" clId="{42FCA325-1F8B-4572-B8F8-D5459FA99940}" dt="2025-12-11T22:47:58.575" v="1614" actId="1076"/>
          <ac:picMkLst>
            <pc:docMk/>
            <pc:sldMk cId="1277409739" sldId="270"/>
            <ac:picMk id="4" creationId="{71155008-2B18-6753-F018-ADCC30DE179C}"/>
          </ac:picMkLst>
        </pc:picChg>
        <pc:picChg chg="add del mod">
          <ac:chgData name="Megha Nair" userId="d64cf513dcd39eb5" providerId="LiveId" clId="{42FCA325-1F8B-4572-B8F8-D5459FA99940}" dt="2025-12-11T04:51:54.802" v="958" actId="478"/>
          <ac:picMkLst>
            <pc:docMk/>
            <pc:sldMk cId="1277409739" sldId="270"/>
            <ac:picMk id="10" creationId="{6439AF9F-0634-9844-B30B-6A879FD93A9C}"/>
          </ac:picMkLst>
        </pc:picChg>
        <pc:picChg chg="add del mod">
          <ac:chgData name="Megha Nair" userId="d64cf513dcd39eb5" providerId="LiveId" clId="{42FCA325-1F8B-4572-B8F8-D5459FA99940}" dt="2025-12-11T05:28:53.068" v="1406" actId="478"/>
          <ac:picMkLst>
            <pc:docMk/>
            <pc:sldMk cId="1277409739" sldId="270"/>
            <ac:picMk id="12" creationId="{059A0340-191B-57F3-B5E7-3D7B0B798275}"/>
          </ac:picMkLst>
        </pc:picChg>
        <pc:picChg chg="add mod">
          <ac:chgData name="Megha Nair" userId="d64cf513dcd39eb5" providerId="LiveId" clId="{42FCA325-1F8B-4572-B8F8-D5459FA99940}" dt="2025-12-11T05:28:51.735" v="1405"/>
          <ac:picMkLst>
            <pc:docMk/>
            <pc:sldMk cId="1277409739" sldId="270"/>
            <ac:picMk id="14" creationId="{FB801247-6EFD-DE09-A73B-037A62BD5DCA}"/>
          </ac:picMkLst>
        </pc:picChg>
        <pc:picChg chg="add del mod">
          <ac:chgData name="Megha Nair" userId="d64cf513dcd39eb5" providerId="LiveId" clId="{42FCA325-1F8B-4572-B8F8-D5459FA99940}" dt="2025-12-11T22:47:54.452" v="1610" actId="478"/>
          <ac:picMkLst>
            <pc:docMk/>
            <pc:sldMk cId="1277409739" sldId="270"/>
            <ac:picMk id="16" creationId="{AFAAC154-B715-A8D4-8230-1EA95D0CC253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2830051432" sldId="270"/>
        </pc:sldMkLst>
      </pc:sldChg>
      <pc:sldChg chg="addSp delSp modSp new mod setBg">
        <pc:chgData name="Megha Nair" userId="d64cf513dcd39eb5" providerId="LiveId" clId="{42FCA325-1F8B-4572-B8F8-D5459FA99940}" dt="2025-12-11T22:49:31.767" v="1631" actId="14100"/>
        <pc:sldMkLst>
          <pc:docMk/>
          <pc:sldMk cId="2468090807" sldId="271"/>
        </pc:sldMkLst>
        <pc:spChg chg="mod">
          <ac:chgData name="Megha Nair" userId="d64cf513dcd39eb5" providerId="LiveId" clId="{42FCA325-1F8B-4572-B8F8-D5459FA99940}" dt="2025-12-11T22:48:45.245" v="1623" actId="14100"/>
          <ac:spMkLst>
            <pc:docMk/>
            <pc:sldMk cId="2468090807" sldId="271"/>
            <ac:spMk id="2" creationId="{93D5CFC1-329B-6C9C-AA45-373FE4F5CE39}"/>
          </ac:spMkLst>
        </pc:spChg>
        <pc:spChg chg="del">
          <ac:chgData name="Megha Nair" userId="d64cf513dcd39eb5" providerId="LiveId" clId="{42FCA325-1F8B-4572-B8F8-D5459FA99940}" dt="2025-12-11T04:53:46.018" v="1038"/>
          <ac:spMkLst>
            <pc:docMk/>
            <pc:sldMk cId="2468090807" sldId="271"/>
            <ac:spMk id="3" creationId="{1BEABBF8-352A-4C6A-2E0B-14796C7FEC4A}"/>
          </ac:spMkLst>
        </pc:spChg>
        <pc:spChg chg="add del mod">
          <ac:chgData name="Megha Nair" userId="d64cf513dcd39eb5" providerId="LiveId" clId="{42FCA325-1F8B-4572-B8F8-D5459FA99940}" dt="2025-12-11T22:49:22.419" v="1624" actId="478"/>
          <ac:spMkLst>
            <pc:docMk/>
            <pc:sldMk cId="2468090807" sldId="271"/>
            <ac:spMk id="7" creationId="{AFCC6A35-E631-C038-0E51-2A0C1B48EFB0}"/>
          </ac:spMkLst>
        </pc:spChg>
        <pc:spChg chg="add">
          <ac:chgData name="Megha Nair" userId="d64cf513dcd39eb5" providerId="LiveId" clId="{42FCA325-1F8B-4572-B8F8-D5459FA99940}" dt="2025-12-11T04:53:49.545" v="1039" actId="26606"/>
          <ac:spMkLst>
            <pc:docMk/>
            <pc:sldMk cId="2468090807" sldId="271"/>
            <ac:spMk id="9" creationId="{774A975B-A886-5202-0489-6965514A0D14}"/>
          </ac:spMkLst>
        </pc:spChg>
        <pc:spChg chg="add">
          <ac:chgData name="Megha Nair" userId="d64cf513dcd39eb5" providerId="LiveId" clId="{42FCA325-1F8B-4572-B8F8-D5459FA99940}" dt="2025-12-11T04:53:49.545" v="1039" actId="26606"/>
          <ac:spMkLst>
            <pc:docMk/>
            <pc:sldMk cId="2468090807" sldId="271"/>
            <ac:spMk id="11" creationId="{EA67E988-5919-57BB-C7DE-D3EAD38A3045}"/>
          </ac:spMkLst>
        </pc:spChg>
        <pc:spChg chg="add">
          <ac:chgData name="Megha Nair" userId="d64cf513dcd39eb5" providerId="LiveId" clId="{42FCA325-1F8B-4572-B8F8-D5459FA99940}" dt="2025-12-11T04:53:49.545" v="1039" actId="26606"/>
          <ac:spMkLst>
            <pc:docMk/>
            <pc:sldMk cId="2468090807" sldId="271"/>
            <ac:spMk id="13" creationId="{FAF3766F-DEF3-4802-BB0D-7A18EDD9704F}"/>
          </ac:spMkLst>
        </pc:spChg>
        <pc:spChg chg="add">
          <ac:chgData name="Megha Nair" userId="d64cf513dcd39eb5" providerId="LiveId" clId="{42FCA325-1F8B-4572-B8F8-D5459FA99940}" dt="2025-12-11T04:53:49.545" v="1039" actId="26606"/>
          <ac:spMkLst>
            <pc:docMk/>
            <pc:sldMk cId="2468090807" sldId="271"/>
            <ac:spMk id="15" creationId="{B2C335F7-F61C-4EB4-80F2-4B1438FE66BB}"/>
          </ac:spMkLst>
        </pc:spChg>
        <pc:spChg chg="add">
          <ac:chgData name="Megha Nair" userId="d64cf513dcd39eb5" providerId="LiveId" clId="{42FCA325-1F8B-4572-B8F8-D5459FA99940}" dt="2025-12-11T04:53:49.545" v="1039" actId="26606"/>
          <ac:spMkLst>
            <pc:docMk/>
            <pc:sldMk cId="2468090807" sldId="271"/>
            <ac:spMk id="17" creationId="{E4C7F386-A972-9ED7-C153-F0E50968255B}"/>
          </ac:spMkLst>
        </pc:spChg>
        <pc:picChg chg="add del mod">
          <ac:chgData name="Megha Nair" userId="d64cf513dcd39eb5" providerId="LiveId" clId="{42FCA325-1F8B-4572-B8F8-D5459FA99940}" dt="2025-12-11T05:29:44.059" v="1418" actId="478"/>
          <ac:picMkLst>
            <pc:docMk/>
            <pc:sldMk cId="2468090807" sldId="271"/>
            <ac:picMk id="4" creationId="{308CAF7D-AD51-7292-82E2-4F35B050521E}"/>
          </ac:picMkLst>
        </pc:picChg>
        <pc:picChg chg="add mod">
          <ac:chgData name="Megha Nair" userId="d64cf513dcd39eb5" providerId="LiveId" clId="{42FCA325-1F8B-4572-B8F8-D5459FA99940}" dt="2025-12-11T22:49:31.767" v="1631" actId="14100"/>
          <ac:picMkLst>
            <pc:docMk/>
            <pc:sldMk cId="2468090807" sldId="271"/>
            <ac:picMk id="4" creationId="{3627D8FE-6A5A-70A1-7D9B-FD6318C3DA23}"/>
          </ac:picMkLst>
        </pc:picChg>
        <pc:picChg chg="add del mod">
          <ac:chgData name="Megha Nair" userId="d64cf513dcd39eb5" providerId="LiveId" clId="{42FCA325-1F8B-4572-B8F8-D5459FA99940}" dt="2025-12-11T22:49:24.165" v="1625" actId="478"/>
          <ac:picMkLst>
            <pc:docMk/>
            <pc:sldMk cId="2468090807" sldId="271"/>
            <ac:picMk id="5" creationId="{952BB7D3-7833-370F-969E-9A5E93D45376}"/>
          </ac:picMkLst>
        </pc:picChg>
      </pc:sldChg>
      <pc:sldChg chg="del">
        <pc:chgData name="Megha Nair" userId="d64cf513dcd39eb5" providerId="LiveId" clId="{42FCA325-1F8B-4572-B8F8-D5459FA99940}" dt="2025-12-11T01:08:13.367" v="206" actId="2696"/>
        <pc:sldMkLst>
          <pc:docMk/>
          <pc:sldMk cId="3876853718" sldId="271"/>
        </pc:sldMkLst>
      </pc:sldChg>
      <pc:sldChg chg="addSp delSp modSp new mod">
        <pc:chgData name="Megha Nair" userId="d64cf513dcd39eb5" providerId="LiveId" clId="{42FCA325-1F8B-4572-B8F8-D5459FA99940}" dt="2025-12-11T22:50:06.329" v="1637" actId="1076"/>
        <pc:sldMkLst>
          <pc:docMk/>
          <pc:sldMk cId="85693806" sldId="272"/>
        </pc:sldMkLst>
        <pc:spChg chg="mod">
          <ac:chgData name="Megha Nair" userId="d64cf513dcd39eb5" providerId="LiveId" clId="{42FCA325-1F8B-4572-B8F8-D5459FA99940}" dt="2025-12-11T04:54:04.181" v="1067" actId="20577"/>
          <ac:spMkLst>
            <pc:docMk/>
            <pc:sldMk cId="85693806" sldId="272"/>
            <ac:spMk id="2" creationId="{E62E1124-84F9-EACC-B742-7826628C5B1A}"/>
          </ac:spMkLst>
        </pc:spChg>
        <pc:spChg chg="del">
          <ac:chgData name="Megha Nair" userId="d64cf513dcd39eb5" providerId="LiveId" clId="{42FCA325-1F8B-4572-B8F8-D5459FA99940}" dt="2025-12-11T04:54:19.628" v="1068"/>
          <ac:spMkLst>
            <pc:docMk/>
            <pc:sldMk cId="85693806" sldId="272"/>
            <ac:spMk id="3" creationId="{F7516EA6-1DB8-5AA6-DEB5-0650D744A5B8}"/>
          </ac:spMkLst>
        </pc:spChg>
        <pc:spChg chg="add del mod">
          <ac:chgData name="Megha Nair" userId="d64cf513dcd39eb5" providerId="LiveId" clId="{42FCA325-1F8B-4572-B8F8-D5459FA99940}" dt="2025-12-11T22:50:03.009" v="1633" actId="478"/>
          <ac:spMkLst>
            <pc:docMk/>
            <pc:sldMk cId="85693806" sldId="272"/>
            <ac:spMk id="6" creationId="{F8C1BC0A-50C4-D04E-2A83-DC7CA18DC2F3}"/>
          </ac:spMkLst>
        </pc:spChg>
        <pc:picChg chg="add del mod">
          <ac:chgData name="Megha Nair" userId="d64cf513dcd39eb5" providerId="LiveId" clId="{42FCA325-1F8B-4572-B8F8-D5459FA99940}" dt="2025-12-11T05:30:15.543" v="1423" actId="478"/>
          <ac:picMkLst>
            <pc:docMk/>
            <pc:sldMk cId="85693806" sldId="272"/>
            <ac:picMk id="4" creationId="{7AF777B2-CF9C-7A6A-58E0-4D95A1F8445B}"/>
          </ac:picMkLst>
        </pc:picChg>
        <pc:picChg chg="add mod">
          <ac:chgData name="Megha Nair" userId="d64cf513dcd39eb5" providerId="LiveId" clId="{42FCA325-1F8B-4572-B8F8-D5459FA99940}" dt="2025-12-11T22:50:06.329" v="1637" actId="1076"/>
          <ac:picMkLst>
            <pc:docMk/>
            <pc:sldMk cId="85693806" sldId="272"/>
            <ac:picMk id="4" creationId="{DE68DAC5-C945-7C00-1A33-0842ACEE815A}"/>
          </ac:picMkLst>
        </pc:picChg>
        <pc:picChg chg="add del mod">
          <ac:chgData name="Megha Nair" userId="d64cf513dcd39eb5" providerId="LiveId" clId="{42FCA325-1F8B-4572-B8F8-D5459FA99940}" dt="2025-12-11T22:49:58.131" v="1632" actId="478"/>
          <ac:picMkLst>
            <pc:docMk/>
            <pc:sldMk cId="85693806" sldId="272"/>
            <ac:picMk id="7" creationId="{881B6C08-8301-A61E-1DB7-7702912A87B8}"/>
          </ac:picMkLst>
        </pc:picChg>
      </pc:sldChg>
      <pc:sldChg chg="addSp delSp modSp new mod">
        <pc:chgData name="Megha Nair" userId="d64cf513dcd39eb5" providerId="LiveId" clId="{42FCA325-1F8B-4572-B8F8-D5459FA99940}" dt="2025-12-11T22:52:26.999" v="1643" actId="14100"/>
        <pc:sldMkLst>
          <pc:docMk/>
          <pc:sldMk cId="973983361" sldId="273"/>
        </pc:sldMkLst>
        <pc:spChg chg="mod">
          <ac:chgData name="Megha Nair" userId="d64cf513dcd39eb5" providerId="LiveId" clId="{42FCA325-1F8B-4572-B8F8-D5459FA99940}" dt="2025-12-11T04:55:03.685" v="1119" actId="20577"/>
          <ac:spMkLst>
            <pc:docMk/>
            <pc:sldMk cId="973983361" sldId="273"/>
            <ac:spMk id="2" creationId="{602577FF-A696-FA8F-5252-02F33A14DB4E}"/>
          </ac:spMkLst>
        </pc:spChg>
        <pc:spChg chg="del">
          <ac:chgData name="Megha Nair" userId="d64cf513dcd39eb5" providerId="LiveId" clId="{42FCA325-1F8B-4572-B8F8-D5459FA99940}" dt="2025-12-11T04:55:12.156" v="1120"/>
          <ac:spMkLst>
            <pc:docMk/>
            <pc:sldMk cId="973983361" sldId="273"/>
            <ac:spMk id="3" creationId="{F48720E1-9544-7F59-5D61-362FD7556CA5}"/>
          </ac:spMkLst>
        </pc:spChg>
        <pc:spChg chg="add del mod">
          <ac:chgData name="Megha Nair" userId="d64cf513dcd39eb5" providerId="LiveId" clId="{42FCA325-1F8B-4572-B8F8-D5459FA99940}" dt="2025-12-11T05:30:56.718" v="1431" actId="478"/>
          <ac:spMkLst>
            <pc:docMk/>
            <pc:sldMk cId="973983361" sldId="273"/>
            <ac:spMk id="6" creationId="{0965FBC9-D4AF-5559-6EC0-A1C004C8AC38}"/>
          </ac:spMkLst>
        </pc:spChg>
        <pc:picChg chg="add del mod">
          <ac:chgData name="Megha Nair" userId="d64cf513dcd39eb5" providerId="LiveId" clId="{42FCA325-1F8B-4572-B8F8-D5459FA99940}" dt="2025-12-11T05:30:51.895" v="1430" actId="478"/>
          <ac:picMkLst>
            <pc:docMk/>
            <pc:sldMk cId="973983361" sldId="273"/>
            <ac:picMk id="4" creationId="{461FE637-92B2-09F9-A185-D779335488C1}"/>
          </ac:picMkLst>
        </pc:picChg>
        <pc:picChg chg="add mod">
          <ac:chgData name="Megha Nair" userId="d64cf513dcd39eb5" providerId="LiveId" clId="{42FCA325-1F8B-4572-B8F8-D5459FA99940}" dt="2025-12-11T22:52:26.999" v="1643" actId="14100"/>
          <ac:picMkLst>
            <pc:docMk/>
            <pc:sldMk cId="973983361" sldId="273"/>
            <ac:picMk id="4" creationId="{A06283CA-1D25-E317-DF81-A46367E70EE3}"/>
          </ac:picMkLst>
        </pc:picChg>
        <pc:picChg chg="add del mod">
          <ac:chgData name="Megha Nair" userId="d64cf513dcd39eb5" providerId="LiveId" clId="{42FCA325-1F8B-4572-B8F8-D5459FA99940}" dt="2025-12-11T22:50:46.413" v="1638" actId="478"/>
          <ac:picMkLst>
            <pc:docMk/>
            <pc:sldMk cId="973983361" sldId="273"/>
            <ac:picMk id="7" creationId="{64010855-A7A5-4E5C-7079-EFA2213DA128}"/>
          </ac:picMkLst>
        </pc:picChg>
      </pc:sldChg>
      <pc:sldChg chg="addSp delSp modSp new mod setBg">
        <pc:chgData name="Megha Nair" userId="d64cf513dcd39eb5" providerId="LiveId" clId="{42FCA325-1F8B-4572-B8F8-D5459FA99940}" dt="2025-12-11T22:58:56.724" v="1704" actId="20577"/>
        <pc:sldMkLst>
          <pc:docMk/>
          <pc:sldMk cId="126873240" sldId="274"/>
        </pc:sldMkLst>
        <pc:spChg chg="mod">
          <ac:chgData name="Megha Nair" userId="d64cf513dcd39eb5" providerId="LiveId" clId="{42FCA325-1F8B-4572-B8F8-D5459FA99940}" dt="2025-12-11T05:58:22.170" v="1600" actId="1076"/>
          <ac:spMkLst>
            <pc:docMk/>
            <pc:sldMk cId="126873240" sldId="274"/>
            <ac:spMk id="2" creationId="{234BE951-BC1C-B34C-87E8-73BD816D69CE}"/>
          </ac:spMkLst>
        </pc:spChg>
        <pc:spChg chg="add del mod">
          <ac:chgData name="Megha Nair" userId="d64cf513dcd39eb5" providerId="LiveId" clId="{42FCA325-1F8B-4572-B8F8-D5459FA99940}" dt="2025-12-11T05:44:58.247" v="1595" actId="26606"/>
          <ac:spMkLst>
            <pc:docMk/>
            <pc:sldMk cId="126873240" sldId="274"/>
            <ac:spMk id="3" creationId="{512692A9-9A65-F901-4CD3-4DCE8ED1B44D}"/>
          </ac:spMkLst>
        </pc:spChg>
        <pc:spChg chg="add del">
          <ac:chgData name="Megha Nair" userId="d64cf513dcd39eb5" providerId="LiveId" clId="{42FCA325-1F8B-4572-B8F8-D5459FA99940}" dt="2025-12-11T05:44:58.216" v="1594" actId="26606"/>
          <ac:spMkLst>
            <pc:docMk/>
            <pc:sldMk cId="126873240" sldId="274"/>
            <ac:spMk id="9" creationId="{4E17AA97-89A7-45C1-B813-BFF6C23D79E1}"/>
          </ac:spMkLst>
        </pc:spChg>
        <pc:spChg chg="add del">
          <ac:chgData name="Megha Nair" userId="d64cf513dcd39eb5" providerId="LiveId" clId="{42FCA325-1F8B-4572-B8F8-D5459FA99940}" dt="2025-12-11T05:44:58.216" v="1594" actId="26606"/>
          <ac:spMkLst>
            <pc:docMk/>
            <pc:sldMk cId="126873240" sldId="274"/>
            <ac:spMk id="11" creationId="{33AC4FE1-D370-43A6-96C5-076716BB1E76}"/>
          </ac:spMkLst>
        </pc:spChg>
        <pc:spChg chg="add del">
          <ac:chgData name="Megha Nair" userId="d64cf513dcd39eb5" providerId="LiveId" clId="{42FCA325-1F8B-4572-B8F8-D5459FA99940}" dt="2025-12-11T05:44:58.216" v="1594" actId="26606"/>
          <ac:spMkLst>
            <pc:docMk/>
            <pc:sldMk cId="126873240" sldId="274"/>
            <ac:spMk id="13" creationId="{4A3D569D-D3A6-49CA-A483-291E95DACA14}"/>
          </ac:spMkLst>
        </pc:spChg>
        <pc:spChg chg="add">
          <ac:chgData name="Megha Nair" userId="d64cf513dcd39eb5" providerId="LiveId" clId="{42FCA325-1F8B-4572-B8F8-D5459FA99940}" dt="2025-12-11T05:44:58.247" v="1595" actId="26606"/>
          <ac:spMkLst>
            <pc:docMk/>
            <pc:sldMk cId="126873240" sldId="274"/>
            <ac:spMk id="15" creationId="{4E17AA97-89A7-45C1-B813-BFF6C23D79E1}"/>
          </ac:spMkLst>
        </pc:spChg>
        <pc:spChg chg="add">
          <ac:chgData name="Megha Nair" userId="d64cf513dcd39eb5" providerId="LiveId" clId="{42FCA325-1F8B-4572-B8F8-D5459FA99940}" dt="2025-12-11T05:44:58.247" v="1595" actId="26606"/>
          <ac:spMkLst>
            <pc:docMk/>
            <pc:sldMk cId="126873240" sldId="274"/>
            <ac:spMk id="16" creationId="{33AC4FE1-D370-43A6-96C5-076716BB1E76}"/>
          </ac:spMkLst>
        </pc:spChg>
        <pc:spChg chg="add">
          <ac:chgData name="Megha Nair" userId="d64cf513dcd39eb5" providerId="LiveId" clId="{42FCA325-1F8B-4572-B8F8-D5459FA99940}" dt="2025-12-11T05:44:58.247" v="1595" actId="26606"/>
          <ac:spMkLst>
            <pc:docMk/>
            <pc:sldMk cId="126873240" sldId="274"/>
            <ac:spMk id="17" creationId="{4A3D569D-D3A6-49CA-A483-291E95DACA14}"/>
          </ac:spMkLst>
        </pc:spChg>
        <pc:graphicFrameChg chg="add del">
          <ac:chgData name="Megha Nair" userId="d64cf513dcd39eb5" providerId="LiveId" clId="{42FCA325-1F8B-4572-B8F8-D5459FA99940}" dt="2025-12-11T05:44:58.216" v="1594" actId="26606"/>
          <ac:graphicFrameMkLst>
            <pc:docMk/>
            <pc:sldMk cId="126873240" sldId="274"/>
            <ac:graphicFrameMk id="5" creationId="{F5D35491-B815-5B5E-CF3F-91E263ECC3D3}"/>
          </ac:graphicFrameMkLst>
        </pc:graphicFrameChg>
        <pc:graphicFrameChg chg="add mod modGraphic">
          <ac:chgData name="Megha Nair" userId="d64cf513dcd39eb5" providerId="LiveId" clId="{42FCA325-1F8B-4572-B8F8-D5459FA99940}" dt="2025-12-11T22:58:56.724" v="1704" actId="20577"/>
          <ac:graphicFrameMkLst>
            <pc:docMk/>
            <pc:sldMk cId="126873240" sldId="274"/>
            <ac:graphicFrameMk id="18" creationId="{CE9B688C-3250-7D5A-2CCD-D72D7DA81B8C}"/>
          </ac:graphicFrameMkLst>
        </pc:graphicFrameChg>
        <pc:picChg chg="add mod">
          <ac:chgData name="Megha Nair" userId="d64cf513dcd39eb5" providerId="LiveId" clId="{42FCA325-1F8B-4572-B8F8-D5459FA99940}" dt="2025-12-11T22:57:57.685" v="1660" actId="1076"/>
          <ac:picMkLst>
            <pc:docMk/>
            <pc:sldMk cId="126873240" sldId="274"/>
            <ac:picMk id="4" creationId="{9D3B40DA-BB11-95FB-E2A7-BA63DFFD0296}"/>
          </ac:picMkLst>
        </pc:picChg>
      </pc:sldChg>
      <pc:sldChg chg="new del">
        <pc:chgData name="Megha Nair" userId="d64cf513dcd39eb5" providerId="LiveId" clId="{42FCA325-1F8B-4572-B8F8-D5459FA99940}" dt="2025-12-11T23:05:59.876" v="1707" actId="47"/>
        <pc:sldMkLst>
          <pc:docMk/>
          <pc:sldMk cId="1645486161" sldId="275"/>
        </pc:sldMkLst>
      </pc:sldChg>
      <pc:sldChg chg="addSp delSp modSp add mod">
        <pc:chgData name="Megha Nair" userId="d64cf513dcd39eb5" providerId="LiveId" clId="{42FCA325-1F8B-4572-B8F8-D5459FA99940}" dt="2025-12-11T23:14:29.480" v="1762" actId="20577"/>
        <pc:sldMkLst>
          <pc:docMk/>
          <pc:sldMk cId="2068201746" sldId="276"/>
        </pc:sldMkLst>
        <pc:spChg chg="mod">
          <ac:chgData name="Megha Nair" userId="d64cf513dcd39eb5" providerId="LiveId" clId="{42FCA325-1F8B-4572-B8F8-D5459FA99940}" dt="2025-12-11T23:12:44.219" v="1737" actId="14100"/>
          <ac:spMkLst>
            <pc:docMk/>
            <pc:sldMk cId="2068201746" sldId="276"/>
            <ac:spMk id="2" creationId="{702E405C-34FF-D37B-37D7-619EDD6C4E2E}"/>
          </ac:spMkLst>
        </pc:spChg>
        <pc:spChg chg="add del">
          <ac:chgData name="Megha Nair" userId="d64cf513dcd39eb5" providerId="LiveId" clId="{42FCA325-1F8B-4572-B8F8-D5459FA99940}" dt="2025-12-11T23:12:20.554" v="1729" actId="22"/>
          <ac:spMkLst>
            <pc:docMk/>
            <pc:sldMk cId="2068201746" sldId="276"/>
            <ac:spMk id="5" creationId="{815EF2DF-14D3-2FAC-3236-6D231DC22EA6}"/>
          </ac:spMkLst>
        </pc:spChg>
        <pc:graphicFrameChg chg="modGraphic">
          <ac:chgData name="Megha Nair" userId="d64cf513dcd39eb5" providerId="LiveId" clId="{42FCA325-1F8B-4572-B8F8-D5459FA99940}" dt="2025-12-11T23:14:29.480" v="1762" actId="20577"/>
          <ac:graphicFrameMkLst>
            <pc:docMk/>
            <pc:sldMk cId="2068201746" sldId="276"/>
            <ac:graphicFrameMk id="18" creationId="{D964115E-3115-AE5D-8393-3F6FC4E23E5C}"/>
          </ac:graphicFrameMkLst>
        </pc:graphicFrameChg>
        <pc:picChg chg="del">
          <ac:chgData name="Megha Nair" userId="d64cf513dcd39eb5" providerId="LiveId" clId="{42FCA325-1F8B-4572-B8F8-D5459FA99940}" dt="2025-12-11T23:12:18.123" v="1727" actId="478"/>
          <ac:picMkLst>
            <pc:docMk/>
            <pc:sldMk cId="2068201746" sldId="276"/>
            <ac:picMk id="4" creationId="{5BDAC708-C03D-B6CF-9B3E-B628E9A4F400}"/>
          </ac:picMkLst>
        </pc:picChg>
        <pc:picChg chg="add mod">
          <ac:chgData name="Megha Nair" userId="d64cf513dcd39eb5" providerId="LiveId" clId="{42FCA325-1F8B-4572-B8F8-D5459FA99940}" dt="2025-12-11T23:12:50.150" v="1739" actId="14100"/>
          <ac:picMkLst>
            <pc:docMk/>
            <pc:sldMk cId="2068201746" sldId="276"/>
            <ac:picMk id="1026" creationId="{6FA50590-45AB-E0AF-3991-30CA898785D0}"/>
          </ac:picMkLst>
        </pc:picChg>
      </pc:sldChg>
    </pc:docChg>
  </pc:docChgLst>
  <pc:docChgLst>
    <pc:chgData name="Vemuri, Vishala" userId="7e6b07e0-b2fb-4eac-91db-c910defd94e4" providerId="ADAL" clId="{B3510C8F-E152-574F-8178-81A09AA46CA7}"/>
    <pc:docChg chg="custSel modSld">
      <pc:chgData name="Vemuri, Vishala" userId="7e6b07e0-b2fb-4eac-91db-c910defd94e4" providerId="ADAL" clId="{B3510C8F-E152-574F-8178-81A09AA46CA7}" dt="2025-12-12T19:55:17.297" v="25" actId="14100"/>
      <pc:docMkLst>
        <pc:docMk/>
      </pc:docMkLst>
      <pc:sldChg chg="addSp delSp modSp mod">
        <pc:chgData name="Vemuri, Vishala" userId="7e6b07e0-b2fb-4eac-91db-c910defd94e4" providerId="ADAL" clId="{B3510C8F-E152-574F-8178-81A09AA46CA7}" dt="2025-12-12T19:54:47.371" v="15" actId="14100"/>
        <pc:sldMkLst>
          <pc:docMk/>
          <pc:sldMk cId="2112786892" sldId="269"/>
        </pc:sldMkLst>
        <pc:picChg chg="add mod">
          <ac:chgData name="Vemuri, Vishala" userId="7e6b07e0-b2fb-4eac-91db-c910defd94e4" providerId="ADAL" clId="{B3510C8F-E152-574F-8178-81A09AA46CA7}" dt="2025-12-12T19:54:47.371" v="15" actId="14100"/>
          <ac:picMkLst>
            <pc:docMk/>
            <pc:sldMk cId="2112786892" sldId="269"/>
            <ac:picMk id="4" creationId="{36CEEA70-AED6-917A-E934-1EA2C1179115}"/>
          </ac:picMkLst>
        </pc:picChg>
        <pc:picChg chg="del">
          <ac:chgData name="Vemuri, Vishala" userId="7e6b07e0-b2fb-4eac-91db-c910defd94e4" providerId="ADAL" clId="{B3510C8F-E152-574F-8178-81A09AA46CA7}" dt="2025-12-12T19:54:27.401" v="8" actId="478"/>
          <ac:picMkLst>
            <pc:docMk/>
            <pc:sldMk cId="2112786892" sldId="269"/>
            <ac:picMk id="5" creationId="{1CD750B6-33D5-4BEF-CBCF-767D481B56A3}"/>
          </ac:picMkLst>
        </pc:picChg>
      </pc:sldChg>
      <pc:sldChg chg="addSp delSp modSp mod">
        <pc:chgData name="Vemuri, Vishala" userId="7e6b07e0-b2fb-4eac-91db-c910defd94e4" providerId="ADAL" clId="{B3510C8F-E152-574F-8178-81A09AA46CA7}" dt="2025-12-12T19:55:17.297" v="25" actId="14100"/>
        <pc:sldMkLst>
          <pc:docMk/>
          <pc:sldMk cId="973983361" sldId="273"/>
        </pc:sldMkLst>
        <pc:picChg chg="add mod">
          <ac:chgData name="Vemuri, Vishala" userId="7e6b07e0-b2fb-4eac-91db-c910defd94e4" providerId="ADAL" clId="{B3510C8F-E152-574F-8178-81A09AA46CA7}" dt="2025-12-12T19:55:17.297" v="25" actId="14100"/>
          <ac:picMkLst>
            <pc:docMk/>
            <pc:sldMk cId="973983361" sldId="273"/>
            <ac:picMk id="4" creationId="{D36BA05F-0733-7F9B-8B20-102DE7C20608}"/>
          </ac:picMkLst>
        </pc:picChg>
        <pc:picChg chg="del">
          <ac:chgData name="Vemuri, Vishala" userId="7e6b07e0-b2fb-4eac-91db-c910defd94e4" providerId="ADAL" clId="{B3510C8F-E152-574F-8178-81A09AA46CA7}" dt="2025-12-12T19:54:57.004" v="16" actId="478"/>
          <ac:picMkLst>
            <pc:docMk/>
            <pc:sldMk cId="973983361" sldId="273"/>
            <ac:picMk id="5" creationId="{72D85397-82D0-B67E-B9FC-F804130C408F}"/>
          </ac:picMkLst>
        </pc:picChg>
      </pc:sldChg>
      <pc:sldChg chg="addSp delSp modSp mod">
        <pc:chgData name="Vemuri, Vishala" userId="7e6b07e0-b2fb-4eac-91db-c910defd94e4" providerId="ADAL" clId="{B3510C8F-E152-574F-8178-81A09AA46CA7}" dt="2025-12-12T18:57:49.080" v="7" actId="14100"/>
        <pc:sldMkLst>
          <pc:docMk/>
          <pc:sldMk cId="2068201746" sldId="276"/>
        </pc:sldMkLst>
        <pc:picChg chg="add mod">
          <ac:chgData name="Vemuri, Vishala" userId="7e6b07e0-b2fb-4eac-91db-c910defd94e4" providerId="ADAL" clId="{B3510C8F-E152-574F-8178-81A09AA46CA7}" dt="2025-12-12T18:57:49.080" v="7" actId="14100"/>
          <ac:picMkLst>
            <pc:docMk/>
            <pc:sldMk cId="2068201746" sldId="276"/>
            <ac:picMk id="4" creationId="{A1773E54-88FF-9CED-2BED-CD570FB6881C}"/>
          </ac:picMkLst>
        </pc:picChg>
        <pc:picChg chg="del">
          <ac:chgData name="Vemuri, Vishala" userId="7e6b07e0-b2fb-4eac-91db-c910defd94e4" providerId="ADAL" clId="{B3510C8F-E152-574F-8178-81A09AA46CA7}" dt="2025-12-12T18:57:33.600" v="0" actId="478"/>
          <ac:picMkLst>
            <pc:docMk/>
            <pc:sldMk cId="2068201746" sldId="276"/>
            <ac:picMk id="1026" creationId="{6FA50590-45AB-E0AF-3991-30CA898785D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smartsell-app.vercel.app/" TargetMode="Externa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smartsell-app.vercel.app/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E65A94-9BBC-418E-9A45-2CD4981B9D99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54D5E9-CB89-468C-9148-8C2E102E7219}">
      <dgm:prSet/>
      <dgm:spPr/>
      <dgm:t>
        <a:bodyPr/>
        <a:lstStyle/>
        <a:p>
          <a:r>
            <a:rPr lang="en-IN" b="1"/>
            <a:t>BUSINESS MODEL </a:t>
          </a:r>
          <a:endParaRPr lang="en-US"/>
        </a:p>
      </dgm:t>
    </dgm:pt>
    <dgm:pt modelId="{6F4FCD97-3238-40BD-960C-E86BB4902C38}" type="parTrans" cxnId="{6F74A171-B3C0-4EEF-B7DE-0BE787F754F6}">
      <dgm:prSet/>
      <dgm:spPr/>
      <dgm:t>
        <a:bodyPr/>
        <a:lstStyle/>
        <a:p>
          <a:endParaRPr lang="en-US"/>
        </a:p>
      </dgm:t>
    </dgm:pt>
    <dgm:pt modelId="{ED417BA2-FA7C-4D15-992D-5EA09444F2AE}" type="sibTrans" cxnId="{6F74A171-B3C0-4EEF-B7DE-0BE787F754F6}">
      <dgm:prSet/>
      <dgm:spPr/>
      <dgm:t>
        <a:bodyPr/>
        <a:lstStyle/>
        <a:p>
          <a:endParaRPr lang="en-US"/>
        </a:p>
      </dgm:t>
    </dgm:pt>
    <dgm:pt modelId="{6CAA49E2-6620-4DE1-AE86-FCB3C1BE8873}">
      <dgm:prSet/>
      <dgm:spPr/>
      <dgm:t>
        <a:bodyPr/>
        <a:lstStyle/>
        <a:p>
          <a:r>
            <a:rPr lang="en-US" dirty="0"/>
            <a:t>Early movers, job changers, growing families,</a:t>
          </a:r>
        </a:p>
      </dgm:t>
    </dgm:pt>
    <dgm:pt modelId="{0B8F7E24-B477-407E-8C95-48BD0EB26E75}" type="parTrans" cxnId="{DA896AD9-5402-48DD-B11E-80C5DFEC3DB6}">
      <dgm:prSet/>
      <dgm:spPr/>
      <dgm:t>
        <a:bodyPr/>
        <a:lstStyle/>
        <a:p>
          <a:endParaRPr lang="en-US"/>
        </a:p>
      </dgm:t>
    </dgm:pt>
    <dgm:pt modelId="{68AB7B66-9B69-4DCB-96E9-80D5FB4A058B}" type="sibTrans" cxnId="{DA896AD9-5402-48DD-B11E-80C5DFEC3DB6}">
      <dgm:prSet/>
      <dgm:spPr/>
      <dgm:t>
        <a:bodyPr/>
        <a:lstStyle/>
        <a:p>
          <a:endParaRPr lang="en-US"/>
        </a:p>
      </dgm:t>
    </dgm:pt>
    <dgm:pt modelId="{D5E5BE75-3B2B-487B-9D40-847349B1B53C}">
      <dgm:prSet/>
      <dgm:spPr/>
      <dgm:t>
        <a:bodyPr/>
        <a:lstStyle/>
        <a:p>
          <a:r>
            <a:rPr lang="en-US" b="1"/>
            <a:t>DATA ANALYSIS</a:t>
          </a:r>
          <a:endParaRPr lang="en-US"/>
        </a:p>
      </dgm:t>
    </dgm:pt>
    <dgm:pt modelId="{19743878-D9C2-4C5E-8BAD-FCC2F3C1CF2B}" type="parTrans" cxnId="{49928257-5D0C-4B1C-BC93-F5066960CF8F}">
      <dgm:prSet/>
      <dgm:spPr/>
      <dgm:t>
        <a:bodyPr/>
        <a:lstStyle/>
        <a:p>
          <a:endParaRPr lang="en-US"/>
        </a:p>
      </dgm:t>
    </dgm:pt>
    <dgm:pt modelId="{24D9A913-6669-49E5-B653-319D868953EA}" type="sibTrans" cxnId="{49928257-5D0C-4B1C-BC93-F5066960CF8F}">
      <dgm:prSet/>
      <dgm:spPr/>
      <dgm:t>
        <a:bodyPr/>
        <a:lstStyle/>
        <a:p>
          <a:endParaRPr lang="en-US"/>
        </a:p>
      </dgm:t>
    </dgm:pt>
    <dgm:pt modelId="{69D6A0B5-32D3-47E6-B212-EC1831EDB9FF}">
      <dgm:prSet/>
      <dgm:spPr/>
      <dgm:t>
        <a:bodyPr/>
        <a:lstStyle/>
        <a:p>
          <a:r>
            <a:rPr lang="en-US"/>
            <a:t>Metro level data analysis using redfin market data</a:t>
          </a:r>
        </a:p>
      </dgm:t>
    </dgm:pt>
    <dgm:pt modelId="{7A509E5C-B150-4CDA-AE6D-C25C0DE2724C}" type="parTrans" cxnId="{DA690556-2ED5-4BB7-9409-4ECFC594FFED}">
      <dgm:prSet/>
      <dgm:spPr/>
      <dgm:t>
        <a:bodyPr/>
        <a:lstStyle/>
        <a:p>
          <a:endParaRPr lang="en-US"/>
        </a:p>
      </dgm:t>
    </dgm:pt>
    <dgm:pt modelId="{D5ACA723-F888-4666-AAFE-D20EC75939A1}" type="sibTrans" cxnId="{DA690556-2ED5-4BB7-9409-4ECFC594FFED}">
      <dgm:prSet/>
      <dgm:spPr/>
      <dgm:t>
        <a:bodyPr/>
        <a:lstStyle/>
        <a:p>
          <a:endParaRPr lang="en-US"/>
        </a:p>
      </dgm:t>
    </dgm:pt>
    <dgm:pt modelId="{780BB48A-49BF-437F-81D9-A8E547400AF3}">
      <dgm:prSet/>
      <dgm:spPr/>
      <dgm:t>
        <a:bodyPr/>
        <a:lstStyle/>
        <a:p>
          <a:r>
            <a:rPr lang="en-US"/>
            <a:t>Top metros shortlisted – Minneapolis, Dallas, Houston, Phoenix, Chicago, Atlanta</a:t>
          </a:r>
        </a:p>
      </dgm:t>
    </dgm:pt>
    <dgm:pt modelId="{13EF42C3-BB16-4BC9-A6F2-996B1B499382}" type="parTrans" cxnId="{B3CC785E-CF57-40BE-88F1-80F6586CC6C7}">
      <dgm:prSet/>
      <dgm:spPr/>
      <dgm:t>
        <a:bodyPr/>
        <a:lstStyle/>
        <a:p>
          <a:endParaRPr lang="en-US"/>
        </a:p>
      </dgm:t>
    </dgm:pt>
    <dgm:pt modelId="{538046F3-5D7A-491B-8493-D9F1E76C45B7}" type="sibTrans" cxnId="{B3CC785E-CF57-40BE-88F1-80F6586CC6C7}">
      <dgm:prSet/>
      <dgm:spPr/>
      <dgm:t>
        <a:bodyPr/>
        <a:lstStyle/>
        <a:p>
          <a:endParaRPr lang="en-US"/>
        </a:p>
      </dgm:t>
    </dgm:pt>
    <dgm:pt modelId="{508B9C0C-052C-4A7F-96EA-EFB7CA467D5C}">
      <dgm:prSet/>
      <dgm:spPr/>
      <dgm:t>
        <a:bodyPr/>
        <a:lstStyle/>
        <a:p>
          <a:r>
            <a:rPr lang="en-IN" dirty="0"/>
            <a:t>Core features, core value proposition - </a:t>
          </a:r>
          <a:r>
            <a:rPr lang="en-IN" dirty="0">
              <a:hlinkClick xmlns:r="http://schemas.openxmlformats.org/officeDocument/2006/relationships" r:id="rId1"/>
            </a:rPr>
            <a:t>https://smartsell-app.vercel.app/</a:t>
          </a:r>
          <a:endParaRPr lang="en-US" dirty="0"/>
        </a:p>
      </dgm:t>
    </dgm:pt>
    <dgm:pt modelId="{CDCAC6CC-93A7-4A1B-9E52-8584C4A3782F}" type="parTrans" cxnId="{B02F7A1D-1C0F-41C2-B1B0-D16504874EFE}">
      <dgm:prSet/>
      <dgm:spPr/>
    </dgm:pt>
    <dgm:pt modelId="{E2C46D63-4A21-41C2-BD6A-B07F5BEC589B}" type="sibTrans" cxnId="{B02F7A1D-1C0F-41C2-B1B0-D16504874EFE}">
      <dgm:prSet/>
      <dgm:spPr/>
    </dgm:pt>
    <dgm:pt modelId="{3882FD36-93E3-4D07-9DEF-77172706EA12}" type="pres">
      <dgm:prSet presAssocID="{54E65A94-9BBC-418E-9A45-2CD4981B9D99}" presName="linear" presStyleCnt="0">
        <dgm:presLayoutVars>
          <dgm:dir/>
          <dgm:animLvl val="lvl"/>
          <dgm:resizeHandles val="exact"/>
        </dgm:presLayoutVars>
      </dgm:prSet>
      <dgm:spPr/>
    </dgm:pt>
    <dgm:pt modelId="{2A2C2A7E-85E8-481F-9B70-7D2CC6227DFB}" type="pres">
      <dgm:prSet presAssocID="{C154D5E9-CB89-468C-9148-8C2E102E7219}" presName="parentLin" presStyleCnt="0"/>
      <dgm:spPr/>
    </dgm:pt>
    <dgm:pt modelId="{96D5A78A-122C-4A3B-9166-6677B5D0352A}" type="pres">
      <dgm:prSet presAssocID="{C154D5E9-CB89-468C-9148-8C2E102E7219}" presName="parentLeftMargin" presStyleLbl="node1" presStyleIdx="0" presStyleCnt="2"/>
      <dgm:spPr/>
    </dgm:pt>
    <dgm:pt modelId="{85408AE5-A9B3-4873-A633-D3FEE51770AE}" type="pres">
      <dgm:prSet presAssocID="{C154D5E9-CB89-468C-9148-8C2E102E721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069ECD-9559-4B23-A852-3834E609EFC3}" type="pres">
      <dgm:prSet presAssocID="{C154D5E9-CB89-468C-9148-8C2E102E7219}" presName="negativeSpace" presStyleCnt="0"/>
      <dgm:spPr/>
    </dgm:pt>
    <dgm:pt modelId="{B0F0C04A-0FFD-45DC-A33E-0723F2DFD892}" type="pres">
      <dgm:prSet presAssocID="{C154D5E9-CB89-468C-9148-8C2E102E7219}" presName="childText" presStyleLbl="conFgAcc1" presStyleIdx="0" presStyleCnt="2">
        <dgm:presLayoutVars>
          <dgm:bulletEnabled val="1"/>
        </dgm:presLayoutVars>
      </dgm:prSet>
      <dgm:spPr/>
    </dgm:pt>
    <dgm:pt modelId="{64A8B186-56C1-4526-A34B-F1DC51949A21}" type="pres">
      <dgm:prSet presAssocID="{ED417BA2-FA7C-4D15-992D-5EA09444F2AE}" presName="spaceBetweenRectangles" presStyleCnt="0"/>
      <dgm:spPr/>
    </dgm:pt>
    <dgm:pt modelId="{125683DE-68F0-44AD-B0F3-F943217C573B}" type="pres">
      <dgm:prSet presAssocID="{D5E5BE75-3B2B-487B-9D40-847349B1B53C}" presName="parentLin" presStyleCnt="0"/>
      <dgm:spPr/>
    </dgm:pt>
    <dgm:pt modelId="{52DDD69A-C0E6-4BEA-845B-814CD623F49A}" type="pres">
      <dgm:prSet presAssocID="{D5E5BE75-3B2B-487B-9D40-847349B1B53C}" presName="parentLeftMargin" presStyleLbl="node1" presStyleIdx="0" presStyleCnt="2"/>
      <dgm:spPr/>
    </dgm:pt>
    <dgm:pt modelId="{77FCC550-2739-452C-AFAD-C2706C2886DF}" type="pres">
      <dgm:prSet presAssocID="{D5E5BE75-3B2B-487B-9D40-847349B1B53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9DBE370-F9F4-4A89-82FA-ACB457E79CFA}" type="pres">
      <dgm:prSet presAssocID="{D5E5BE75-3B2B-487B-9D40-847349B1B53C}" presName="negativeSpace" presStyleCnt="0"/>
      <dgm:spPr/>
    </dgm:pt>
    <dgm:pt modelId="{59850DD0-3C64-4AAB-AE0F-498DB6C02DC2}" type="pres">
      <dgm:prSet presAssocID="{D5E5BE75-3B2B-487B-9D40-847349B1B53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885DD0D-A359-451D-90A0-A615D034EFDC}" type="presOf" srcId="{C154D5E9-CB89-468C-9148-8C2E102E7219}" destId="{96D5A78A-122C-4A3B-9166-6677B5D0352A}" srcOrd="0" destOrd="0" presId="urn:microsoft.com/office/officeart/2005/8/layout/list1"/>
    <dgm:cxn modelId="{B02F7A1D-1C0F-41C2-B1B0-D16504874EFE}" srcId="{C154D5E9-CB89-468C-9148-8C2E102E7219}" destId="{508B9C0C-052C-4A7F-96EA-EFB7CA467D5C}" srcOrd="1" destOrd="0" parTransId="{CDCAC6CC-93A7-4A1B-9E52-8584C4A3782F}" sibTransId="{E2C46D63-4A21-41C2-BD6A-B07F5BEC589B}"/>
    <dgm:cxn modelId="{81B03F3E-D4F8-42AA-933F-BCF1146808FA}" type="presOf" srcId="{780BB48A-49BF-437F-81D9-A8E547400AF3}" destId="{59850DD0-3C64-4AAB-AE0F-498DB6C02DC2}" srcOrd="0" destOrd="1" presId="urn:microsoft.com/office/officeart/2005/8/layout/list1"/>
    <dgm:cxn modelId="{7082F546-C4EF-4212-974B-A71F607E0CE3}" type="presOf" srcId="{6CAA49E2-6620-4DE1-AE86-FCB3C1BE8873}" destId="{B0F0C04A-0FFD-45DC-A33E-0723F2DFD892}" srcOrd="0" destOrd="0" presId="urn:microsoft.com/office/officeart/2005/8/layout/list1"/>
    <dgm:cxn modelId="{DA690556-2ED5-4BB7-9409-4ECFC594FFED}" srcId="{D5E5BE75-3B2B-487B-9D40-847349B1B53C}" destId="{69D6A0B5-32D3-47E6-B212-EC1831EDB9FF}" srcOrd="0" destOrd="0" parTransId="{7A509E5C-B150-4CDA-AE6D-C25C0DE2724C}" sibTransId="{D5ACA723-F888-4666-AAFE-D20EC75939A1}"/>
    <dgm:cxn modelId="{71A00157-AFE5-4A53-8D4F-B3C4A483C0FC}" type="presOf" srcId="{C154D5E9-CB89-468C-9148-8C2E102E7219}" destId="{85408AE5-A9B3-4873-A633-D3FEE51770AE}" srcOrd="1" destOrd="0" presId="urn:microsoft.com/office/officeart/2005/8/layout/list1"/>
    <dgm:cxn modelId="{49928257-5D0C-4B1C-BC93-F5066960CF8F}" srcId="{54E65A94-9BBC-418E-9A45-2CD4981B9D99}" destId="{D5E5BE75-3B2B-487B-9D40-847349B1B53C}" srcOrd="1" destOrd="0" parTransId="{19743878-D9C2-4C5E-8BAD-FCC2F3C1CF2B}" sibTransId="{24D9A913-6669-49E5-B653-319D868953EA}"/>
    <dgm:cxn modelId="{B3CC785E-CF57-40BE-88F1-80F6586CC6C7}" srcId="{D5E5BE75-3B2B-487B-9D40-847349B1B53C}" destId="{780BB48A-49BF-437F-81D9-A8E547400AF3}" srcOrd="1" destOrd="0" parTransId="{13EF42C3-BB16-4BC9-A6F2-996B1B499382}" sibTransId="{538046F3-5D7A-491B-8493-D9F1E76C45B7}"/>
    <dgm:cxn modelId="{01A0806F-32A7-4872-A3C8-37B35333ED4C}" type="presOf" srcId="{69D6A0B5-32D3-47E6-B212-EC1831EDB9FF}" destId="{59850DD0-3C64-4AAB-AE0F-498DB6C02DC2}" srcOrd="0" destOrd="0" presId="urn:microsoft.com/office/officeart/2005/8/layout/list1"/>
    <dgm:cxn modelId="{6F74A171-B3C0-4EEF-B7DE-0BE787F754F6}" srcId="{54E65A94-9BBC-418E-9A45-2CD4981B9D99}" destId="{C154D5E9-CB89-468C-9148-8C2E102E7219}" srcOrd="0" destOrd="0" parTransId="{6F4FCD97-3238-40BD-960C-E86BB4902C38}" sibTransId="{ED417BA2-FA7C-4D15-992D-5EA09444F2AE}"/>
    <dgm:cxn modelId="{62B786AF-2F45-4F55-B61B-2FC47372BE3E}" type="presOf" srcId="{508B9C0C-052C-4A7F-96EA-EFB7CA467D5C}" destId="{B0F0C04A-0FFD-45DC-A33E-0723F2DFD892}" srcOrd="0" destOrd="1" presId="urn:microsoft.com/office/officeart/2005/8/layout/list1"/>
    <dgm:cxn modelId="{4B74C3B0-0315-4E81-8607-BEB65B21E2C6}" type="presOf" srcId="{54E65A94-9BBC-418E-9A45-2CD4981B9D99}" destId="{3882FD36-93E3-4D07-9DEF-77172706EA12}" srcOrd="0" destOrd="0" presId="urn:microsoft.com/office/officeart/2005/8/layout/list1"/>
    <dgm:cxn modelId="{F1EEFCD1-0DEF-433D-A545-312FC317855A}" type="presOf" srcId="{D5E5BE75-3B2B-487B-9D40-847349B1B53C}" destId="{52DDD69A-C0E6-4BEA-845B-814CD623F49A}" srcOrd="0" destOrd="0" presId="urn:microsoft.com/office/officeart/2005/8/layout/list1"/>
    <dgm:cxn modelId="{DA896AD9-5402-48DD-B11E-80C5DFEC3DB6}" srcId="{C154D5E9-CB89-468C-9148-8C2E102E7219}" destId="{6CAA49E2-6620-4DE1-AE86-FCB3C1BE8873}" srcOrd="0" destOrd="0" parTransId="{0B8F7E24-B477-407E-8C95-48BD0EB26E75}" sibTransId="{68AB7B66-9B69-4DCB-96E9-80D5FB4A058B}"/>
    <dgm:cxn modelId="{3C7E5CFE-6539-41C2-ADDD-F10A3DE3971F}" type="presOf" srcId="{D5E5BE75-3B2B-487B-9D40-847349B1B53C}" destId="{77FCC550-2739-452C-AFAD-C2706C2886DF}" srcOrd="1" destOrd="0" presId="urn:microsoft.com/office/officeart/2005/8/layout/list1"/>
    <dgm:cxn modelId="{36011C0B-2B97-4FB8-BB24-1ED0ED3836EE}" type="presParOf" srcId="{3882FD36-93E3-4D07-9DEF-77172706EA12}" destId="{2A2C2A7E-85E8-481F-9B70-7D2CC6227DFB}" srcOrd="0" destOrd="0" presId="urn:microsoft.com/office/officeart/2005/8/layout/list1"/>
    <dgm:cxn modelId="{097BFFAA-18B4-43B0-9922-E20A903F1F41}" type="presParOf" srcId="{2A2C2A7E-85E8-481F-9B70-7D2CC6227DFB}" destId="{96D5A78A-122C-4A3B-9166-6677B5D0352A}" srcOrd="0" destOrd="0" presId="urn:microsoft.com/office/officeart/2005/8/layout/list1"/>
    <dgm:cxn modelId="{A489DFAF-4720-400A-BDD8-9083F262F41B}" type="presParOf" srcId="{2A2C2A7E-85E8-481F-9B70-7D2CC6227DFB}" destId="{85408AE5-A9B3-4873-A633-D3FEE51770AE}" srcOrd="1" destOrd="0" presId="urn:microsoft.com/office/officeart/2005/8/layout/list1"/>
    <dgm:cxn modelId="{F1F117F7-19F8-4009-92E6-6BC4400FE002}" type="presParOf" srcId="{3882FD36-93E3-4D07-9DEF-77172706EA12}" destId="{A3069ECD-9559-4B23-A852-3834E609EFC3}" srcOrd="1" destOrd="0" presId="urn:microsoft.com/office/officeart/2005/8/layout/list1"/>
    <dgm:cxn modelId="{0ECC3B37-C50F-43FE-B392-DFCE9433FCE7}" type="presParOf" srcId="{3882FD36-93E3-4D07-9DEF-77172706EA12}" destId="{B0F0C04A-0FFD-45DC-A33E-0723F2DFD892}" srcOrd="2" destOrd="0" presId="urn:microsoft.com/office/officeart/2005/8/layout/list1"/>
    <dgm:cxn modelId="{65470180-E25A-4F1E-B307-A8DE3B718C07}" type="presParOf" srcId="{3882FD36-93E3-4D07-9DEF-77172706EA12}" destId="{64A8B186-56C1-4526-A34B-F1DC51949A21}" srcOrd="3" destOrd="0" presId="urn:microsoft.com/office/officeart/2005/8/layout/list1"/>
    <dgm:cxn modelId="{37FBFF9D-C2F2-4740-BA6C-A54DA6C2D648}" type="presParOf" srcId="{3882FD36-93E3-4D07-9DEF-77172706EA12}" destId="{125683DE-68F0-44AD-B0F3-F943217C573B}" srcOrd="4" destOrd="0" presId="urn:microsoft.com/office/officeart/2005/8/layout/list1"/>
    <dgm:cxn modelId="{E7B13633-E0F8-49C8-BC8E-B408A543C6A4}" type="presParOf" srcId="{125683DE-68F0-44AD-B0F3-F943217C573B}" destId="{52DDD69A-C0E6-4BEA-845B-814CD623F49A}" srcOrd="0" destOrd="0" presId="urn:microsoft.com/office/officeart/2005/8/layout/list1"/>
    <dgm:cxn modelId="{4826C3AD-19C4-446A-AEE1-B3A4FB7B121A}" type="presParOf" srcId="{125683DE-68F0-44AD-B0F3-F943217C573B}" destId="{77FCC550-2739-452C-AFAD-C2706C2886DF}" srcOrd="1" destOrd="0" presId="urn:microsoft.com/office/officeart/2005/8/layout/list1"/>
    <dgm:cxn modelId="{66829C95-5480-41AB-A049-B80E026BDE01}" type="presParOf" srcId="{3882FD36-93E3-4D07-9DEF-77172706EA12}" destId="{49DBE370-F9F4-4A89-82FA-ACB457E79CFA}" srcOrd="5" destOrd="0" presId="urn:microsoft.com/office/officeart/2005/8/layout/list1"/>
    <dgm:cxn modelId="{C30876A6-FC09-43A8-B545-3A2900C50F9A}" type="presParOf" srcId="{3882FD36-93E3-4D07-9DEF-77172706EA12}" destId="{59850DD0-3C64-4AAB-AE0F-498DB6C02DC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C178FA-C441-4AF0-A4DA-FB209A2910FD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E8CA86-0697-40AD-A4ED-CE3252AF6DC7}">
      <dgm:prSet/>
      <dgm:spPr/>
      <dgm:t>
        <a:bodyPr/>
        <a:lstStyle/>
        <a:p>
          <a:r>
            <a:rPr lang="en-US" b="1"/>
            <a:t>How the Score Was Built</a:t>
          </a:r>
          <a:endParaRPr lang="en-US"/>
        </a:p>
      </dgm:t>
    </dgm:pt>
    <dgm:pt modelId="{4DE86A3D-C81A-45B2-AC0A-3614B8D2E04A}" type="parTrans" cxnId="{CC8F62E0-5B03-4E40-A0DC-4CA4C0CDA44F}">
      <dgm:prSet/>
      <dgm:spPr/>
      <dgm:t>
        <a:bodyPr/>
        <a:lstStyle/>
        <a:p>
          <a:endParaRPr lang="en-US"/>
        </a:p>
      </dgm:t>
    </dgm:pt>
    <dgm:pt modelId="{DB066342-3A0B-4C1E-ACED-49E33F7B990A}" type="sibTrans" cxnId="{CC8F62E0-5B03-4E40-A0DC-4CA4C0CDA44F}">
      <dgm:prSet/>
      <dgm:spPr/>
      <dgm:t>
        <a:bodyPr/>
        <a:lstStyle/>
        <a:p>
          <a:endParaRPr lang="en-US"/>
        </a:p>
      </dgm:t>
    </dgm:pt>
    <dgm:pt modelId="{1F24299F-90CC-45BF-B28E-6ECCA5FC3FFD}">
      <dgm:prSet/>
      <dgm:spPr/>
      <dgm:t>
        <a:bodyPr/>
        <a:lstStyle/>
        <a:p>
          <a:r>
            <a:rPr lang="en-US" sz="2300"/>
            <a:t>Min–max normalization applied to all the economic factors.</a:t>
          </a:r>
        </a:p>
      </dgm:t>
    </dgm:pt>
    <dgm:pt modelId="{7021BA03-9E0F-46DB-BA9E-B1BD47B3397B}" type="parTrans" cxnId="{8567EE3A-2F12-4615-91AB-37630DF7E2E8}">
      <dgm:prSet/>
      <dgm:spPr/>
      <dgm:t>
        <a:bodyPr/>
        <a:lstStyle/>
        <a:p>
          <a:endParaRPr lang="en-US"/>
        </a:p>
      </dgm:t>
    </dgm:pt>
    <dgm:pt modelId="{A22D1BEA-F78C-4677-A9BD-99B34F7E8E13}" type="sibTrans" cxnId="{8567EE3A-2F12-4615-91AB-37630DF7E2E8}">
      <dgm:prSet/>
      <dgm:spPr/>
      <dgm:t>
        <a:bodyPr/>
        <a:lstStyle/>
        <a:p>
          <a:endParaRPr lang="en-US"/>
        </a:p>
      </dgm:t>
    </dgm:pt>
    <dgm:pt modelId="{1F2C4299-1AA4-47C4-8FC6-4E6E9DF5C0EA}">
      <dgm:prSet/>
      <dgm:spPr/>
      <dgm:t>
        <a:bodyPr/>
        <a:lstStyle/>
        <a:p>
          <a:r>
            <a:rPr lang="en-US" sz="2300"/>
            <a:t>Weighted model reflects strategic priorities:</a:t>
          </a:r>
        </a:p>
      </dgm:t>
    </dgm:pt>
    <dgm:pt modelId="{4EF46D91-C351-4B48-884B-97C915F66EA5}" type="parTrans" cxnId="{072C6C04-6C75-43A3-86FA-2BE87006D693}">
      <dgm:prSet/>
      <dgm:spPr/>
      <dgm:t>
        <a:bodyPr/>
        <a:lstStyle/>
        <a:p>
          <a:endParaRPr lang="en-US"/>
        </a:p>
      </dgm:t>
    </dgm:pt>
    <dgm:pt modelId="{A051F7D7-CAD5-4E68-9DDB-04DE6B84015E}" type="sibTrans" cxnId="{072C6C04-6C75-43A3-86FA-2BE87006D693}">
      <dgm:prSet/>
      <dgm:spPr/>
      <dgm:t>
        <a:bodyPr/>
        <a:lstStyle/>
        <a:p>
          <a:endParaRPr lang="en-US"/>
        </a:p>
      </dgm:t>
    </dgm:pt>
    <dgm:pt modelId="{6ED2C4AA-F809-43D1-A2F0-9FF005A63D2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Persona</a:t>
          </a:r>
        </a:p>
      </dgm:t>
    </dgm:pt>
    <dgm:pt modelId="{D4FE573A-AB53-4706-892D-F544C7B48B0D}" type="parTrans" cxnId="{9C67EE61-B448-4D0C-B007-B22F984A81B3}">
      <dgm:prSet/>
      <dgm:spPr/>
      <dgm:t>
        <a:bodyPr/>
        <a:lstStyle/>
        <a:p>
          <a:endParaRPr lang="en-US"/>
        </a:p>
      </dgm:t>
    </dgm:pt>
    <dgm:pt modelId="{81A63530-44E8-4315-ADFF-6D0D828FD7A2}" type="sibTrans" cxnId="{9C67EE61-B448-4D0C-B007-B22F984A81B3}">
      <dgm:prSet/>
      <dgm:spPr/>
      <dgm:t>
        <a:bodyPr/>
        <a:lstStyle/>
        <a:p>
          <a:endParaRPr lang="en-US"/>
        </a:p>
      </dgm:t>
    </dgm:pt>
    <dgm:pt modelId="{5980777E-7B5B-456A-9833-0719A97D8236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Migration</a:t>
          </a:r>
        </a:p>
      </dgm:t>
    </dgm:pt>
    <dgm:pt modelId="{9263E4AB-A08D-418E-817F-F43628B0C322}" type="parTrans" cxnId="{B3942C40-7ECE-4770-8678-7C8FEDF402D4}">
      <dgm:prSet/>
      <dgm:spPr/>
      <dgm:t>
        <a:bodyPr/>
        <a:lstStyle/>
        <a:p>
          <a:endParaRPr lang="en-US"/>
        </a:p>
      </dgm:t>
    </dgm:pt>
    <dgm:pt modelId="{8EE548A2-F575-4AAC-948F-351C86B21D78}" type="sibTrans" cxnId="{B3942C40-7ECE-4770-8678-7C8FEDF402D4}">
      <dgm:prSet/>
      <dgm:spPr/>
      <dgm:t>
        <a:bodyPr/>
        <a:lstStyle/>
        <a:p>
          <a:endParaRPr lang="en-US"/>
        </a:p>
      </dgm:t>
    </dgm:pt>
    <dgm:pt modelId="{4C6FE79A-2BCE-4349-83BB-14E5AE245ACB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Income</a:t>
          </a:r>
        </a:p>
      </dgm:t>
    </dgm:pt>
    <dgm:pt modelId="{40AFC28B-294E-4645-8966-093FCB9C57A8}" type="parTrans" cxnId="{226EFBB4-70FC-4BC5-B312-CB26E37176A4}">
      <dgm:prSet/>
      <dgm:spPr/>
      <dgm:t>
        <a:bodyPr/>
        <a:lstStyle/>
        <a:p>
          <a:endParaRPr lang="en-US"/>
        </a:p>
      </dgm:t>
    </dgm:pt>
    <dgm:pt modelId="{8C86A80E-FF4E-43DE-A61F-9D79F4DE2EFD}" type="sibTrans" cxnId="{226EFBB4-70FC-4BC5-B312-CB26E37176A4}">
      <dgm:prSet/>
      <dgm:spPr/>
      <dgm:t>
        <a:bodyPr/>
        <a:lstStyle/>
        <a:p>
          <a:endParaRPr lang="en-US"/>
        </a:p>
      </dgm:t>
    </dgm:pt>
    <dgm:pt modelId="{364A56E5-35DB-40E7-AE5F-16BC5FA03B37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Unemployment</a:t>
          </a:r>
        </a:p>
      </dgm:t>
    </dgm:pt>
    <dgm:pt modelId="{7FF03E7B-6A5C-4EBF-AC9A-BE086C9954D4}" type="parTrans" cxnId="{995DC4E5-D3BF-46AB-B2DA-0DB79E4861CE}">
      <dgm:prSet/>
      <dgm:spPr/>
      <dgm:t>
        <a:bodyPr/>
        <a:lstStyle/>
        <a:p>
          <a:endParaRPr lang="en-US"/>
        </a:p>
      </dgm:t>
    </dgm:pt>
    <dgm:pt modelId="{D27686A9-1CCE-4718-9B67-E1CF88BBD928}" type="sibTrans" cxnId="{995DC4E5-D3BF-46AB-B2DA-0DB79E4861CE}">
      <dgm:prSet/>
      <dgm:spPr/>
      <dgm:t>
        <a:bodyPr/>
        <a:lstStyle/>
        <a:p>
          <a:endParaRPr lang="en-US"/>
        </a:p>
      </dgm:t>
    </dgm:pt>
    <dgm:pt modelId="{4CCA1780-C071-49EE-AAC7-03DAF854715A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Population</a:t>
          </a:r>
        </a:p>
      </dgm:t>
    </dgm:pt>
    <dgm:pt modelId="{69490ADD-0039-407A-83CB-F52EF9FEE30D}" type="parTrans" cxnId="{A935B93B-460F-4C78-A5CC-455EFF89CF93}">
      <dgm:prSet/>
      <dgm:spPr/>
      <dgm:t>
        <a:bodyPr/>
        <a:lstStyle/>
        <a:p>
          <a:endParaRPr lang="en-US"/>
        </a:p>
      </dgm:t>
    </dgm:pt>
    <dgm:pt modelId="{9D39DFA9-E907-4747-810D-A4FA19A4AF90}" type="sibTrans" cxnId="{A935B93B-460F-4C78-A5CC-455EFF89CF93}">
      <dgm:prSet/>
      <dgm:spPr/>
      <dgm:t>
        <a:bodyPr/>
        <a:lstStyle/>
        <a:p>
          <a:endParaRPr lang="en-US"/>
        </a:p>
      </dgm:t>
    </dgm:pt>
    <dgm:pt modelId="{1D4EE8E9-F693-4C28-BF6F-D1000C0A0322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House prices</a:t>
          </a:r>
        </a:p>
      </dgm:t>
    </dgm:pt>
    <dgm:pt modelId="{828A42BC-8A64-4F38-B4C5-FB0B0CFA274E}" type="parTrans" cxnId="{94A6EF5A-267C-4B2C-80D3-507C3244A101}">
      <dgm:prSet/>
      <dgm:spPr/>
      <dgm:t>
        <a:bodyPr/>
        <a:lstStyle/>
        <a:p>
          <a:endParaRPr lang="en-US"/>
        </a:p>
      </dgm:t>
    </dgm:pt>
    <dgm:pt modelId="{62A0B506-9550-4335-BDBB-6C210B57B70B}" type="sibTrans" cxnId="{94A6EF5A-267C-4B2C-80D3-507C3244A101}">
      <dgm:prSet/>
      <dgm:spPr/>
      <dgm:t>
        <a:bodyPr/>
        <a:lstStyle/>
        <a:p>
          <a:endParaRPr lang="en-US"/>
        </a:p>
      </dgm:t>
    </dgm:pt>
    <dgm:pt modelId="{7EBD8A9A-24F2-4832-AEF8-2FBCD3885D1D}">
      <dgm:prSet custT="1"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sz="2000" dirty="0"/>
            <a:t>Previous stability score</a:t>
          </a:r>
          <a:br>
            <a:rPr lang="en-US" sz="2300" dirty="0"/>
          </a:br>
          <a:r>
            <a:rPr lang="en-US" sz="2300" dirty="0"/>
            <a:t>	</a:t>
          </a:r>
        </a:p>
      </dgm:t>
    </dgm:pt>
    <dgm:pt modelId="{A334B9E2-B4CE-41CA-80F3-B5E11E95707C}" type="parTrans" cxnId="{E6B8EA8F-8CBE-47D9-B95C-01BFDF284B52}">
      <dgm:prSet/>
      <dgm:spPr/>
      <dgm:t>
        <a:bodyPr/>
        <a:lstStyle/>
        <a:p>
          <a:endParaRPr lang="en-US"/>
        </a:p>
      </dgm:t>
    </dgm:pt>
    <dgm:pt modelId="{810190CF-0ABD-4F90-8984-D3807DA64CBF}" type="sibTrans" cxnId="{E6B8EA8F-8CBE-47D9-B95C-01BFDF284B52}">
      <dgm:prSet/>
      <dgm:spPr/>
      <dgm:t>
        <a:bodyPr/>
        <a:lstStyle/>
        <a:p>
          <a:endParaRPr lang="en-US"/>
        </a:p>
      </dgm:t>
    </dgm:pt>
    <dgm:pt modelId="{93769E3E-86F5-4BD9-9257-F403FDC38561}" type="pres">
      <dgm:prSet presAssocID="{85C178FA-C441-4AF0-A4DA-FB209A2910FD}" presName="Name0" presStyleCnt="0">
        <dgm:presLayoutVars>
          <dgm:dir/>
          <dgm:animLvl val="lvl"/>
          <dgm:resizeHandles val="exact"/>
        </dgm:presLayoutVars>
      </dgm:prSet>
      <dgm:spPr/>
    </dgm:pt>
    <dgm:pt modelId="{57C632A5-67CF-48D8-81F2-E544F2CD3F2D}" type="pres">
      <dgm:prSet presAssocID="{6DE8CA86-0697-40AD-A4ED-CE3252AF6DC7}" presName="composite" presStyleCnt="0"/>
      <dgm:spPr/>
    </dgm:pt>
    <dgm:pt modelId="{78DE9A2E-424E-4254-ADDE-95F7B2E70763}" type="pres">
      <dgm:prSet presAssocID="{6DE8CA86-0697-40AD-A4ED-CE3252AF6DC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36073449-B165-4270-8244-514424326774}" type="pres">
      <dgm:prSet presAssocID="{6DE8CA86-0697-40AD-A4ED-CE3252AF6DC7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072C6C04-6C75-43A3-86FA-2BE87006D693}" srcId="{6DE8CA86-0697-40AD-A4ED-CE3252AF6DC7}" destId="{1F2C4299-1AA4-47C4-8FC6-4E6E9DF5C0EA}" srcOrd="1" destOrd="0" parTransId="{4EF46D91-C351-4B48-884B-97C915F66EA5}" sibTransId="{A051F7D7-CAD5-4E68-9DDB-04DE6B84015E}"/>
    <dgm:cxn modelId="{9651F210-E8DB-45ED-BF43-DD8D9A46507F}" type="presOf" srcId="{7EBD8A9A-24F2-4832-AEF8-2FBCD3885D1D}" destId="{36073449-B165-4270-8244-514424326774}" srcOrd="0" destOrd="8" presId="urn:microsoft.com/office/officeart/2005/8/layout/hList1"/>
    <dgm:cxn modelId="{4EACD112-51D3-44BC-87B2-C92B7179E9CD}" type="presOf" srcId="{5980777E-7B5B-456A-9833-0719A97D8236}" destId="{36073449-B165-4270-8244-514424326774}" srcOrd="0" destOrd="3" presId="urn:microsoft.com/office/officeart/2005/8/layout/hList1"/>
    <dgm:cxn modelId="{49AB2E23-2145-4869-83DA-DAD143D86219}" type="presOf" srcId="{1D4EE8E9-F693-4C28-BF6F-D1000C0A0322}" destId="{36073449-B165-4270-8244-514424326774}" srcOrd="0" destOrd="7" presId="urn:microsoft.com/office/officeart/2005/8/layout/hList1"/>
    <dgm:cxn modelId="{8567EE3A-2F12-4615-91AB-37630DF7E2E8}" srcId="{6DE8CA86-0697-40AD-A4ED-CE3252AF6DC7}" destId="{1F24299F-90CC-45BF-B28E-6ECCA5FC3FFD}" srcOrd="0" destOrd="0" parTransId="{7021BA03-9E0F-46DB-BA9E-B1BD47B3397B}" sibTransId="{A22D1BEA-F78C-4677-A9BD-99B34F7E8E13}"/>
    <dgm:cxn modelId="{A935B93B-460F-4C78-A5CC-455EFF89CF93}" srcId="{1F2C4299-1AA4-47C4-8FC6-4E6E9DF5C0EA}" destId="{4CCA1780-C071-49EE-AAC7-03DAF854715A}" srcOrd="4" destOrd="0" parTransId="{69490ADD-0039-407A-83CB-F52EF9FEE30D}" sibTransId="{9D39DFA9-E907-4747-810D-A4FA19A4AF90}"/>
    <dgm:cxn modelId="{B3942C40-7ECE-4770-8678-7C8FEDF402D4}" srcId="{1F2C4299-1AA4-47C4-8FC6-4E6E9DF5C0EA}" destId="{5980777E-7B5B-456A-9833-0719A97D8236}" srcOrd="1" destOrd="0" parTransId="{9263E4AB-A08D-418E-817F-F43628B0C322}" sibTransId="{8EE548A2-F575-4AAC-948F-351C86B21D78}"/>
    <dgm:cxn modelId="{3E64704C-D04D-4F5E-953D-FF9E23BC94BE}" type="presOf" srcId="{4CCA1780-C071-49EE-AAC7-03DAF854715A}" destId="{36073449-B165-4270-8244-514424326774}" srcOrd="0" destOrd="6" presId="urn:microsoft.com/office/officeart/2005/8/layout/hList1"/>
    <dgm:cxn modelId="{94A6EF5A-267C-4B2C-80D3-507C3244A101}" srcId="{1F2C4299-1AA4-47C4-8FC6-4E6E9DF5C0EA}" destId="{1D4EE8E9-F693-4C28-BF6F-D1000C0A0322}" srcOrd="5" destOrd="0" parTransId="{828A42BC-8A64-4F38-B4C5-FB0B0CFA274E}" sibTransId="{62A0B506-9550-4335-BDBB-6C210B57B70B}"/>
    <dgm:cxn modelId="{9C67EE61-B448-4D0C-B007-B22F984A81B3}" srcId="{1F2C4299-1AA4-47C4-8FC6-4E6E9DF5C0EA}" destId="{6ED2C4AA-F809-43D1-A2F0-9FF005A63D27}" srcOrd="0" destOrd="0" parTransId="{D4FE573A-AB53-4706-892D-F544C7B48B0D}" sibTransId="{81A63530-44E8-4315-ADFF-6D0D828FD7A2}"/>
    <dgm:cxn modelId="{D673496A-9759-4DEF-A81D-26598FB4C45F}" type="presOf" srcId="{1F24299F-90CC-45BF-B28E-6ECCA5FC3FFD}" destId="{36073449-B165-4270-8244-514424326774}" srcOrd="0" destOrd="0" presId="urn:microsoft.com/office/officeart/2005/8/layout/hList1"/>
    <dgm:cxn modelId="{E6B8EA8F-8CBE-47D9-B95C-01BFDF284B52}" srcId="{1F2C4299-1AA4-47C4-8FC6-4E6E9DF5C0EA}" destId="{7EBD8A9A-24F2-4832-AEF8-2FBCD3885D1D}" srcOrd="6" destOrd="0" parTransId="{A334B9E2-B4CE-41CA-80F3-B5E11E95707C}" sibTransId="{810190CF-0ABD-4F90-8984-D3807DA64CBF}"/>
    <dgm:cxn modelId="{7BE11C9E-90A5-4EF8-BE00-1E679C3B1934}" type="presOf" srcId="{6ED2C4AA-F809-43D1-A2F0-9FF005A63D27}" destId="{36073449-B165-4270-8244-514424326774}" srcOrd="0" destOrd="2" presId="urn:microsoft.com/office/officeart/2005/8/layout/hList1"/>
    <dgm:cxn modelId="{BFC868A1-85A9-406B-A10C-AA16F0735A1A}" type="presOf" srcId="{364A56E5-35DB-40E7-AE5F-16BC5FA03B37}" destId="{36073449-B165-4270-8244-514424326774}" srcOrd="0" destOrd="5" presId="urn:microsoft.com/office/officeart/2005/8/layout/hList1"/>
    <dgm:cxn modelId="{CD11C1B2-3797-47B7-9FB0-34EFCA908F45}" type="presOf" srcId="{6DE8CA86-0697-40AD-A4ED-CE3252AF6DC7}" destId="{78DE9A2E-424E-4254-ADDE-95F7B2E70763}" srcOrd="0" destOrd="0" presId="urn:microsoft.com/office/officeart/2005/8/layout/hList1"/>
    <dgm:cxn modelId="{226EFBB4-70FC-4BC5-B312-CB26E37176A4}" srcId="{1F2C4299-1AA4-47C4-8FC6-4E6E9DF5C0EA}" destId="{4C6FE79A-2BCE-4349-83BB-14E5AE245ACB}" srcOrd="2" destOrd="0" parTransId="{40AFC28B-294E-4645-8966-093FCB9C57A8}" sibTransId="{8C86A80E-FF4E-43DE-A61F-9D79F4DE2EFD}"/>
    <dgm:cxn modelId="{A58933B6-9EA2-4CF5-B554-D1E515CF1B49}" type="presOf" srcId="{4C6FE79A-2BCE-4349-83BB-14E5AE245ACB}" destId="{36073449-B165-4270-8244-514424326774}" srcOrd="0" destOrd="4" presId="urn:microsoft.com/office/officeart/2005/8/layout/hList1"/>
    <dgm:cxn modelId="{CC8F62E0-5B03-4E40-A0DC-4CA4C0CDA44F}" srcId="{85C178FA-C441-4AF0-A4DA-FB209A2910FD}" destId="{6DE8CA86-0697-40AD-A4ED-CE3252AF6DC7}" srcOrd="0" destOrd="0" parTransId="{4DE86A3D-C81A-45B2-AC0A-3614B8D2E04A}" sibTransId="{DB066342-3A0B-4C1E-ACED-49E33F7B990A}"/>
    <dgm:cxn modelId="{995DC4E5-D3BF-46AB-B2DA-0DB79E4861CE}" srcId="{1F2C4299-1AA4-47C4-8FC6-4E6E9DF5C0EA}" destId="{364A56E5-35DB-40E7-AE5F-16BC5FA03B37}" srcOrd="3" destOrd="0" parTransId="{7FF03E7B-6A5C-4EBF-AC9A-BE086C9954D4}" sibTransId="{D27686A9-1CCE-4718-9B67-E1CF88BBD928}"/>
    <dgm:cxn modelId="{BCFF6FEE-3D23-4F89-8A64-437B1C8E0F02}" type="presOf" srcId="{1F2C4299-1AA4-47C4-8FC6-4E6E9DF5C0EA}" destId="{36073449-B165-4270-8244-514424326774}" srcOrd="0" destOrd="1" presId="urn:microsoft.com/office/officeart/2005/8/layout/hList1"/>
    <dgm:cxn modelId="{E02E5CF3-BB55-4C31-9049-01F03161E77A}" type="presOf" srcId="{85C178FA-C441-4AF0-A4DA-FB209A2910FD}" destId="{93769E3E-86F5-4BD9-9257-F403FDC38561}" srcOrd="0" destOrd="0" presId="urn:microsoft.com/office/officeart/2005/8/layout/hList1"/>
    <dgm:cxn modelId="{31896CF7-FB48-4241-B704-ECBD01E600A9}" type="presParOf" srcId="{93769E3E-86F5-4BD9-9257-F403FDC38561}" destId="{57C632A5-67CF-48D8-81F2-E544F2CD3F2D}" srcOrd="0" destOrd="0" presId="urn:microsoft.com/office/officeart/2005/8/layout/hList1"/>
    <dgm:cxn modelId="{58429853-6252-4815-BBCB-9E10D3C873C8}" type="presParOf" srcId="{57C632A5-67CF-48D8-81F2-E544F2CD3F2D}" destId="{78DE9A2E-424E-4254-ADDE-95F7B2E70763}" srcOrd="0" destOrd="0" presId="urn:microsoft.com/office/officeart/2005/8/layout/hList1"/>
    <dgm:cxn modelId="{CBD89A81-474B-4E53-9284-14C9B78F3948}" type="presParOf" srcId="{57C632A5-67CF-48D8-81F2-E544F2CD3F2D}" destId="{36073449-B165-4270-8244-51442432677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B85A2B-D518-455C-8B3C-E930E7C68F5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8E94F8-6917-48B5-A647-EFD8C75400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Dallas</a:t>
          </a:r>
          <a:r>
            <a:rPr lang="en-US"/>
            <a:t> – strongest demand + stability</a:t>
          </a:r>
        </a:p>
      </dgm:t>
    </dgm:pt>
    <dgm:pt modelId="{BF8D8FDA-A2C3-48C1-BDC1-C46A741573A1}" type="parTrans" cxnId="{CA1F4E85-12C6-4C8F-BCF6-FA1243B69537}">
      <dgm:prSet/>
      <dgm:spPr/>
      <dgm:t>
        <a:bodyPr/>
        <a:lstStyle/>
        <a:p>
          <a:endParaRPr lang="en-US"/>
        </a:p>
      </dgm:t>
    </dgm:pt>
    <dgm:pt modelId="{2C1D492D-D9F5-47DE-B544-2379646E2AF0}" type="sibTrans" cxnId="{CA1F4E85-12C6-4C8F-BCF6-FA1243B69537}">
      <dgm:prSet/>
      <dgm:spPr/>
      <dgm:t>
        <a:bodyPr/>
        <a:lstStyle/>
        <a:p>
          <a:endParaRPr lang="en-US"/>
        </a:p>
      </dgm:t>
    </dgm:pt>
    <dgm:pt modelId="{9BA7D7EE-5184-4231-BED4-D3D00FE23F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Atlanta</a:t>
          </a:r>
          <a:r>
            <a:rPr lang="en-US"/>
            <a:t> – high growth &amp; migration inflows</a:t>
          </a:r>
        </a:p>
      </dgm:t>
    </dgm:pt>
    <dgm:pt modelId="{48D6DC00-6409-4D9D-A1C8-459F77471064}" type="parTrans" cxnId="{C6732394-5D44-409F-8DE7-096729E221E6}">
      <dgm:prSet/>
      <dgm:spPr/>
      <dgm:t>
        <a:bodyPr/>
        <a:lstStyle/>
        <a:p>
          <a:endParaRPr lang="en-US"/>
        </a:p>
      </dgm:t>
    </dgm:pt>
    <dgm:pt modelId="{92212DB5-FD11-43D7-AF1C-205806161A65}" type="sibTrans" cxnId="{C6732394-5D44-409F-8DE7-096729E221E6}">
      <dgm:prSet/>
      <dgm:spPr/>
      <dgm:t>
        <a:bodyPr/>
        <a:lstStyle/>
        <a:p>
          <a:endParaRPr lang="en-US"/>
        </a:p>
      </dgm:t>
    </dgm:pt>
    <dgm:pt modelId="{4E0ADBEE-5038-4E62-A6F8-9E9C20C36F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Phoenix</a:t>
          </a:r>
          <a:br>
            <a:rPr lang="en-US"/>
          </a:br>
          <a:r>
            <a:rPr lang="en-US"/>
            <a:t>Followed by: </a:t>
          </a:r>
          <a:r>
            <a:rPr lang="en-US" b="1"/>
            <a:t>Houston → Minneapolis → Chicago</a:t>
          </a:r>
          <a:endParaRPr lang="en-US"/>
        </a:p>
      </dgm:t>
    </dgm:pt>
    <dgm:pt modelId="{79AD2692-9F71-4C5F-9875-60889A18C832}" type="parTrans" cxnId="{5EF52AC9-969E-4209-AF7B-8591A7CD94BF}">
      <dgm:prSet/>
      <dgm:spPr/>
      <dgm:t>
        <a:bodyPr/>
        <a:lstStyle/>
        <a:p>
          <a:endParaRPr lang="en-US"/>
        </a:p>
      </dgm:t>
    </dgm:pt>
    <dgm:pt modelId="{4D24A51A-6CF9-406A-BDA9-AD4129F00EDB}" type="sibTrans" cxnId="{5EF52AC9-969E-4209-AF7B-8591A7CD94BF}">
      <dgm:prSet/>
      <dgm:spPr/>
      <dgm:t>
        <a:bodyPr/>
        <a:lstStyle/>
        <a:p>
          <a:endParaRPr lang="en-US"/>
        </a:p>
      </dgm:t>
    </dgm:pt>
    <dgm:pt modelId="{E050D09D-75C7-4C23-923A-350637D1B2CD}" type="pres">
      <dgm:prSet presAssocID="{EFB85A2B-D518-455C-8B3C-E930E7C68F50}" presName="root" presStyleCnt="0">
        <dgm:presLayoutVars>
          <dgm:dir/>
          <dgm:resizeHandles val="exact"/>
        </dgm:presLayoutVars>
      </dgm:prSet>
      <dgm:spPr/>
    </dgm:pt>
    <dgm:pt modelId="{7FA744F1-4CDE-4015-B281-742B9109669F}" type="pres">
      <dgm:prSet presAssocID="{998E94F8-6917-48B5-A647-EFD8C754006D}" presName="compNode" presStyleCnt="0"/>
      <dgm:spPr/>
    </dgm:pt>
    <dgm:pt modelId="{E97F9E2F-D6B6-4413-8215-85E9881A6A89}" type="pres">
      <dgm:prSet presAssocID="{998E94F8-6917-48B5-A647-EFD8C754006D}" presName="bgRect" presStyleLbl="bgShp" presStyleIdx="0" presStyleCnt="3"/>
      <dgm:spPr/>
    </dgm:pt>
    <dgm:pt modelId="{9D980648-17DD-4CCA-8D5A-4FB8B344C023}" type="pres">
      <dgm:prSet presAssocID="{998E94F8-6917-48B5-A647-EFD8C75400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E5A1436-315A-471D-AB80-0EB8EF7CAAE8}" type="pres">
      <dgm:prSet presAssocID="{998E94F8-6917-48B5-A647-EFD8C754006D}" presName="spaceRect" presStyleCnt="0"/>
      <dgm:spPr/>
    </dgm:pt>
    <dgm:pt modelId="{662489BF-8B96-4840-9FE7-514988A534C2}" type="pres">
      <dgm:prSet presAssocID="{998E94F8-6917-48B5-A647-EFD8C754006D}" presName="parTx" presStyleLbl="revTx" presStyleIdx="0" presStyleCnt="3">
        <dgm:presLayoutVars>
          <dgm:chMax val="0"/>
          <dgm:chPref val="0"/>
        </dgm:presLayoutVars>
      </dgm:prSet>
      <dgm:spPr/>
    </dgm:pt>
    <dgm:pt modelId="{D2A7FAEE-7CD7-4094-8820-DBF88FDA7952}" type="pres">
      <dgm:prSet presAssocID="{2C1D492D-D9F5-47DE-B544-2379646E2AF0}" presName="sibTrans" presStyleCnt="0"/>
      <dgm:spPr/>
    </dgm:pt>
    <dgm:pt modelId="{25195FC5-5EB1-4C1C-A79E-088A2DA16559}" type="pres">
      <dgm:prSet presAssocID="{9BA7D7EE-5184-4231-BED4-D3D00FE23FB0}" presName="compNode" presStyleCnt="0"/>
      <dgm:spPr/>
    </dgm:pt>
    <dgm:pt modelId="{FB1E3A09-0738-4D3D-962A-3ACE264A72C6}" type="pres">
      <dgm:prSet presAssocID="{9BA7D7EE-5184-4231-BED4-D3D00FE23FB0}" presName="bgRect" presStyleLbl="bgShp" presStyleIdx="1" presStyleCnt="3"/>
      <dgm:spPr/>
    </dgm:pt>
    <dgm:pt modelId="{5C0E0343-DC76-4202-8834-064DAA72CE2F}" type="pres">
      <dgm:prSet presAssocID="{9BA7D7EE-5184-4231-BED4-D3D00FE23FB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55781B6-8564-4320-8A50-0DAF859B786C}" type="pres">
      <dgm:prSet presAssocID="{9BA7D7EE-5184-4231-BED4-D3D00FE23FB0}" presName="spaceRect" presStyleCnt="0"/>
      <dgm:spPr/>
    </dgm:pt>
    <dgm:pt modelId="{541671B7-F0E6-4614-B904-F18B811C5746}" type="pres">
      <dgm:prSet presAssocID="{9BA7D7EE-5184-4231-BED4-D3D00FE23FB0}" presName="parTx" presStyleLbl="revTx" presStyleIdx="1" presStyleCnt="3">
        <dgm:presLayoutVars>
          <dgm:chMax val="0"/>
          <dgm:chPref val="0"/>
        </dgm:presLayoutVars>
      </dgm:prSet>
      <dgm:spPr/>
    </dgm:pt>
    <dgm:pt modelId="{1D0950A3-4B0A-404F-9E1C-2EB3A459020E}" type="pres">
      <dgm:prSet presAssocID="{92212DB5-FD11-43D7-AF1C-205806161A65}" presName="sibTrans" presStyleCnt="0"/>
      <dgm:spPr/>
    </dgm:pt>
    <dgm:pt modelId="{E6E02AF0-9E57-4EF2-BB33-27701DE4BAF2}" type="pres">
      <dgm:prSet presAssocID="{4E0ADBEE-5038-4E62-A6F8-9E9C20C36FAD}" presName="compNode" presStyleCnt="0"/>
      <dgm:spPr/>
    </dgm:pt>
    <dgm:pt modelId="{FD2F661F-DFCD-44EB-8CAC-E4145313E5C2}" type="pres">
      <dgm:prSet presAssocID="{4E0ADBEE-5038-4E62-A6F8-9E9C20C36FAD}" presName="bgRect" presStyleLbl="bgShp" presStyleIdx="2" presStyleCnt="3"/>
      <dgm:spPr/>
    </dgm:pt>
    <dgm:pt modelId="{821A576F-5497-4800-A56D-E91C17CE8B72}" type="pres">
      <dgm:prSet presAssocID="{4E0ADBEE-5038-4E62-A6F8-9E9C20C36F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n"/>
        </a:ext>
      </dgm:extLst>
    </dgm:pt>
    <dgm:pt modelId="{9B63D86D-1BC2-4B20-A00D-6744A0F16310}" type="pres">
      <dgm:prSet presAssocID="{4E0ADBEE-5038-4E62-A6F8-9E9C20C36FAD}" presName="spaceRect" presStyleCnt="0"/>
      <dgm:spPr/>
    </dgm:pt>
    <dgm:pt modelId="{8DCB411F-D3F8-486E-BE30-03E90E1CB196}" type="pres">
      <dgm:prSet presAssocID="{4E0ADBEE-5038-4E62-A6F8-9E9C20C36FA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0090E45-B7DB-4B8F-8DF5-5B9D03125E49}" type="presOf" srcId="{4E0ADBEE-5038-4E62-A6F8-9E9C20C36FAD}" destId="{8DCB411F-D3F8-486E-BE30-03E90E1CB196}" srcOrd="0" destOrd="0" presId="urn:microsoft.com/office/officeart/2018/2/layout/IconVerticalSolidList"/>
    <dgm:cxn modelId="{9D72DE4A-D8E2-4033-B8CB-138F5B6DA25D}" type="presOf" srcId="{9BA7D7EE-5184-4231-BED4-D3D00FE23FB0}" destId="{541671B7-F0E6-4614-B904-F18B811C5746}" srcOrd="0" destOrd="0" presId="urn:microsoft.com/office/officeart/2018/2/layout/IconVerticalSolidList"/>
    <dgm:cxn modelId="{CA1F4E85-12C6-4C8F-BCF6-FA1243B69537}" srcId="{EFB85A2B-D518-455C-8B3C-E930E7C68F50}" destId="{998E94F8-6917-48B5-A647-EFD8C754006D}" srcOrd="0" destOrd="0" parTransId="{BF8D8FDA-A2C3-48C1-BDC1-C46A741573A1}" sibTransId="{2C1D492D-D9F5-47DE-B544-2379646E2AF0}"/>
    <dgm:cxn modelId="{C6732394-5D44-409F-8DE7-096729E221E6}" srcId="{EFB85A2B-D518-455C-8B3C-E930E7C68F50}" destId="{9BA7D7EE-5184-4231-BED4-D3D00FE23FB0}" srcOrd="1" destOrd="0" parTransId="{48D6DC00-6409-4D9D-A1C8-459F77471064}" sibTransId="{92212DB5-FD11-43D7-AF1C-205806161A65}"/>
    <dgm:cxn modelId="{DBFB6B9C-A31E-45B7-A60C-D4E0ED52CE68}" type="presOf" srcId="{998E94F8-6917-48B5-A647-EFD8C754006D}" destId="{662489BF-8B96-4840-9FE7-514988A534C2}" srcOrd="0" destOrd="0" presId="urn:microsoft.com/office/officeart/2018/2/layout/IconVerticalSolidList"/>
    <dgm:cxn modelId="{5EF52AC9-969E-4209-AF7B-8591A7CD94BF}" srcId="{EFB85A2B-D518-455C-8B3C-E930E7C68F50}" destId="{4E0ADBEE-5038-4E62-A6F8-9E9C20C36FAD}" srcOrd="2" destOrd="0" parTransId="{79AD2692-9F71-4C5F-9875-60889A18C832}" sibTransId="{4D24A51A-6CF9-406A-BDA9-AD4129F00EDB}"/>
    <dgm:cxn modelId="{429B06F5-B715-45E6-AF5C-B6F82DAD9AC8}" type="presOf" srcId="{EFB85A2B-D518-455C-8B3C-E930E7C68F50}" destId="{E050D09D-75C7-4C23-923A-350637D1B2CD}" srcOrd="0" destOrd="0" presId="urn:microsoft.com/office/officeart/2018/2/layout/IconVerticalSolidList"/>
    <dgm:cxn modelId="{2FA88EBE-63F2-40D9-B1F5-8DA899ADEC9A}" type="presParOf" srcId="{E050D09D-75C7-4C23-923A-350637D1B2CD}" destId="{7FA744F1-4CDE-4015-B281-742B9109669F}" srcOrd="0" destOrd="0" presId="urn:microsoft.com/office/officeart/2018/2/layout/IconVerticalSolidList"/>
    <dgm:cxn modelId="{ABAD5E08-EBED-483C-BB32-33FF569B682D}" type="presParOf" srcId="{7FA744F1-4CDE-4015-B281-742B9109669F}" destId="{E97F9E2F-D6B6-4413-8215-85E9881A6A89}" srcOrd="0" destOrd="0" presId="urn:microsoft.com/office/officeart/2018/2/layout/IconVerticalSolidList"/>
    <dgm:cxn modelId="{D1546094-56F6-4F62-A1D7-D530BBE6CD00}" type="presParOf" srcId="{7FA744F1-4CDE-4015-B281-742B9109669F}" destId="{9D980648-17DD-4CCA-8D5A-4FB8B344C023}" srcOrd="1" destOrd="0" presId="urn:microsoft.com/office/officeart/2018/2/layout/IconVerticalSolidList"/>
    <dgm:cxn modelId="{8F5D3539-5DAC-4F21-B0AE-2A344F7CD454}" type="presParOf" srcId="{7FA744F1-4CDE-4015-B281-742B9109669F}" destId="{1E5A1436-315A-471D-AB80-0EB8EF7CAAE8}" srcOrd="2" destOrd="0" presId="urn:microsoft.com/office/officeart/2018/2/layout/IconVerticalSolidList"/>
    <dgm:cxn modelId="{3DB68874-FA94-4CCC-83D8-030C610D64CA}" type="presParOf" srcId="{7FA744F1-4CDE-4015-B281-742B9109669F}" destId="{662489BF-8B96-4840-9FE7-514988A534C2}" srcOrd="3" destOrd="0" presId="urn:microsoft.com/office/officeart/2018/2/layout/IconVerticalSolidList"/>
    <dgm:cxn modelId="{D1C07461-7C7B-4E06-89EC-E719768632DA}" type="presParOf" srcId="{E050D09D-75C7-4C23-923A-350637D1B2CD}" destId="{D2A7FAEE-7CD7-4094-8820-DBF88FDA7952}" srcOrd="1" destOrd="0" presId="urn:microsoft.com/office/officeart/2018/2/layout/IconVerticalSolidList"/>
    <dgm:cxn modelId="{F98F65E8-FAA0-4DD0-9394-F2375991D9EF}" type="presParOf" srcId="{E050D09D-75C7-4C23-923A-350637D1B2CD}" destId="{25195FC5-5EB1-4C1C-A79E-088A2DA16559}" srcOrd="2" destOrd="0" presId="urn:microsoft.com/office/officeart/2018/2/layout/IconVerticalSolidList"/>
    <dgm:cxn modelId="{7B0FC2EE-89A5-418D-A261-98FD5B474BCC}" type="presParOf" srcId="{25195FC5-5EB1-4C1C-A79E-088A2DA16559}" destId="{FB1E3A09-0738-4D3D-962A-3ACE264A72C6}" srcOrd="0" destOrd="0" presId="urn:microsoft.com/office/officeart/2018/2/layout/IconVerticalSolidList"/>
    <dgm:cxn modelId="{2CD348E0-49F7-4C19-A401-C428DECEC298}" type="presParOf" srcId="{25195FC5-5EB1-4C1C-A79E-088A2DA16559}" destId="{5C0E0343-DC76-4202-8834-064DAA72CE2F}" srcOrd="1" destOrd="0" presId="urn:microsoft.com/office/officeart/2018/2/layout/IconVerticalSolidList"/>
    <dgm:cxn modelId="{FF2CDE42-0067-4663-BB27-898B955CAD5E}" type="presParOf" srcId="{25195FC5-5EB1-4C1C-A79E-088A2DA16559}" destId="{955781B6-8564-4320-8A50-0DAF859B786C}" srcOrd="2" destOrd="0" presId="urn:microsoft.com/office/officeart/2018/2/layout/IconVerticalSolidList"/>
    <dgm:cxn modelId="{5A0A7A6F-BFD7-4795-8FA9-021440FEAF9A}" type="presParOf" srcId="{25195FC5-5EB1-4C1C-A79E-088A2DA16559}" destId="{541671B7-F0E6-4614-B904-F18B811C5746}" srcOrd="3" destOrd="0" presId="urn:microsoft.com/office/officeart/2018/2/layout/IconVerticalSolidList"/>
    <dgm:cxn modelId="{0A4BD95B-7194-4B12-BDE3-FBA5692B6B06}" type="presParOf" srcId="{E050D09D-75C7-4C23-923A-350637D1B2CD}" destId="{1D0950A3-4B0A-404F-9E1C-2EB3A459020E}" srcOrd="3" destOrd="0" presId="urn:microsoft.com/office/officeart/2018/2/layout/IconVerticalSolidList"/>
    <dgm:cxn modelId="{323BCD29-8D43-4BA8-BA6F-9973559A7A17}" type="presParOf" srcId="{E050D09D-75C7-4C23-923A-350637D1B2CD}" destId="{E6E02AF0-9E57-4EF2-BB33-27701DE4BAF2}" srcOrd="4" destOrd="0" presId="urn:microsoft.com/office/officeart/2018/2/layout/IconVerticalSolidList"/>
    <dgm:cxn modelId="{F8838EDC-DCFF-428C-BC6D-A831101A0150}" type="presParOf" srcId="{E6E02AF0-9E57-4EF2-BB33-27701DE4BAF2}" destId="{FD2F661F-DFCD-44EB-8CAC-E4145313E5C2}" srcOrd="0" destOrd="0" presId="urn:microsoft.com/office/officeart/2018/2/layout/IconVerticalSolidList"/>
    <dgm:cxn modelId="{88ABEA1F-D97D-4F2E-885D-356543D47BC7}" type="presParOf" srcId="{E6E02AF0-9E57-4EF2-BB33-27701DE4BAF2}" destId="{821A576F-5497-4800-A56D-E91C17CE8B72}" srcOrd="1" destOrd="0" presId="urn:microsoft.com/office/officeart/2018/2/layout/IconVerticalSolidList"/>
    <dgm:cxn modelId="{C2A7C33A-1BF6-4C28-9E51-85163679FE68}" type="presParOf" srcId="{E6E02AF0-9E57-4EF2-BB33-27701DE4BAF2}" destId="{9B63D86D-1BC2-4B20-A00D-6744A0F16310}" srcOrd="2" destOrd="0" presId="urn:microsoft.com/office/officeart/2018/2/layout/IconVerticalSolidList"/>
    <dgm:cxn modelId="{F7E09E23-C6D6-4967-BDA6-721D80A94AED}" type="presParOf" srcId="{E6E02AF0-9E57-4EF2-BB33-27701DE4BAF2}" destId="{8DCB411F-D3F8-486E-BE30-03E90E1CB19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B18EE2-80FD-4D73-9794-06C3411084E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070438-CB8A-4206-926F-C0F304D7BE32}">
      <dgm:prSet/>
      <dgm:spPr/>
      <dgm:t>
        <a:bodyPr/>
        <a:lstStyle/>
        <a:p>
          <a:r>
            <a:rPr lang="en-US" b="1"/>
            <a:t>Final Two-Year Acquisition Plan</a:t>
          </a:r>
          <a:endParaRPr lang="en-US"/>
        </a:p>
      </dgm:t>
    </dgm:pt>
    <dgm:pt modelId="{0CFA6704-8FE3-453D-A0EF-2939BAD041B5}" type="parTrans" cxnId="{BEE5A291-6E4A-436C-9A03-3D7845170A69}">
      <dgm:prSet/>
      <dgm:spPr/>
      <dgm:t>
        <a:bodyPr/>
        <a:lstStyle/>
        <a:p>
          <a:endParaRPr lang="en-US"/>
        </a:p>
      </dgm:t>
    </dgm:pt>
    <dgm:pt modelId="{CA30D866-C457-44D2-B93D-17FE329A0BBD}" type="sibTrans" cxnId="{BEE5A291-6E4A-436C-9A03-3D7845170A69}">
      <dgm:prSet/>
      <dgm:spPr/>
      <dgm:t>
        <a:bodyPr/>
        <a:lstStyle/>
        <a:p>
          <a:endParaRPr lang="en-US"/>
        </a:p>
      </dgm:t>
    </dgm:pt>
    <dgm:pt modelId="{E4ED1D7B-16D4-4E13-B139-032AAE4E8EC4}">
      <dgm:prSet/>
      <dgm:spPr/>
      <dgm:t>
        <a:bodyPr/>
        <a:lstStyle/>
        <a:p>
          <a:r>
            <a:rPr lang="en-US" b="1"/>
            <a:t>Year 1:</a:t>
          </a:r>
          <a:r>
            <a:rPr lang="en-US"/>
            <a:t> 300 homes (Dallas only)</a:t>
          </a:r>
        </a:p>
      </dgm:t>
    </dgm:pt>
    <dgm:pt modelId="{12EB6C02-D572-4659-AB18-54E64D5755CF}" type="parTrans" cxnId="{F7B71683-8253-4E02-88E4-063222851115}">
      <dgm:prSet/>
      <dgm:spPr/>
      <dgm:t>
        <a:bodyPr/>
        <a:lstStyle/>
        <a:p>
          <a:endParaRPr lang="en-US"/>
        </a:p>
      </dgm:t>
    </dgm:pt>
    <dgm:pt modelId="{BAF2D912-AB9D-4FFE-9E67-EF13F281E519}" type="sibTrans" cxnId="{F7B71683-8253-4E02-88E4-063222851115}">
      <dgm:prSet/>
      <dgm:spPr/>
      <dgm:t>
        <a:bodyPr/>
        <a:lstStyle/>
        <a:p>
          <a:endParaRPr lang="en-US"/>
        </a:p>
      </dgm:t>
    </dgm:pt>
    <dgm:pt modelId="{5069DB6D-C38C-4BAE-8E25-DBE83E9EAC18}">
      <dgm:prSet/>
      <dgm:spPr/>
      <dgm:t>
        <a:bodyPr/>
        <a:lstStyle/>
        <a:p>
          <a:r>
            <a:rPr lang="en-US" b="1"/>
            <a:t>Year 2:</a:t>
          </a:r>
          <a:r>
            <a:rPr lang="en-US"/>
            <a:t> 380 homes total</a:t>
          </a:r>
        </a:p>
      </dgm:t>
    </dgm:pt>
    <dgm:pt modelId="{A3820AF4-904F-4812-B458-D65DE7BC15A9}" type="parTrans" cxnId="{8724B02F-3992-4852-ADD9-20D9F08926F8}">
      <dgm:prSet/>
      <dgm:spPr/>
      <dgm:t>
        <a:bodyPr/>
        <a:lstStyle/>
        <a:p>
          <a:endParaRPr lang="en-US"/>
        </a:p>
      </dgm:t>
    </dgm:pt>
    <dgm:pt modelId="{65774729-9717-4E1E-8A3A-FF2511230AC6}" type="sibTrans" cxnId="{8724B02F-3992-4852-ADD9-20D9F08926F8}">
      <dgm:prSet/>
      <dgm:spPr/>
      <dgm:t>
        <a:bodyPr/>
        <a:lstStyle/>
        <a:p>
          <a:endParaRPr lang="en-US"/>
        </a:p>
      </dgm:t>
    </dgm:pt>
    <dgm:pt modelId="{E81B0483-5B75-4397-828E-953743389B13}">
      <dgm:prSet/>
      <dgm:spPr/>
      <dgm:t>
        <a:bodyPr/>
        <a:lstStyle/>
        <a:p>
          <a:r>
            <a:rPr lang="en-US"/>
            <a:t>Dallas: 200</a:t>
          </a:r>
        </a:p>
      </dgm:t>
    </dgm:pt>
    <dgm:pt modelId="{E4828BC8-FD78-4ACB-A9F8-DF6554ABB48D}" type="parTrans" cxnId="{4CCE0B0B-A4CA-49CF-9229-84A4E068D38F}">
      <dgm:prSet/>
      <dgm:spPr/>
      <dgm:t>
        <a:bodyPr/>
        <a:lstStyle/>
        <a:p>
          <a:endParaRPr lang="en-US"/>
        </a:p>
      </dgm:t>
    </dgm:pt>
    <dgm:pt modelId="{D16ECD84-E61D-4619-8731-A3B99DFDAE40}" type="sibTrans" cxnId="{4CCE0B0B-A4CA-49CF-9229-84A4E068D38F}">
      <dgm:prSet/>
      <dgm:spPr/>
      <dgm:t>
        <a:bodyPr/>
        <a:lstStyle/>
        <a:p>
          <a:endParaRPr lang="en-US"/>
        </a:p>
      </dgm:t>
    </dgm:pt>
    <dgm:pt modelId="{21096613-24B3-4DA6-92CA-4A47318AB846}">
      <dgm:prSet/>
      <dgm:spPr/>
      <dgm:t>
        <a:bodyPr/>
        <a:lstStyle/>
        <a:p>
          <a:r>
            <a:rPr lang="en-US"/>
            <a:t>Atlanta: 180</a:t>
          </a:r>
        </a:p>
      </dgm:t>
    </dgm:pt>
    <dgm:pt modelId="{8EC8C24A-AB90-4186-8CCA-3FD2B980B310}" type="parTrans" cxnId="{E37AD7E7-D3AB-4AF8-862C-D4AE8A6E352C}">
      <dgm:prSet/>
      <dgm:spPr/>
      <dgm:t>
        <a:bodyPr/>
        <a:lstStyle/>
        <a:p>
          <a:endParaRPr lang="en-US"/>
        </a:p>
      </dgm:t>
    </dgm:pt>
    <dgm:pt modelId="{A2A6BB37-1898-4FDE-8AB9-F079748C467F}" type="sibTrans" cxnId="{E37AD7E7-D3AB-4AF8-862C-D4AE8A6E352C}">
      <dgm:prSet/>
      <dgm:spPr/>
      <dgm:t>
        <a:bodyPr/>
        <a:lstStyle/>
        <a:p>
          <a:endParaRPr lang="en-US"/>
        </a:p>
      </dgm:t>
    </dgm:pt>
    <dgm:pt modelId="{73EF54AF-D212-4BE4-955B-61EFF1DF10E9}" type="pres">
      <dgm:prSet presAssocID="{1FB18EE2-80FD-4D73-9794-06C3411084E0}" presName="linear" presStyleCnt="0">
        <dgm:presLayoutVars>
          <dgm:dir/>
          <dgm:animLvl val="lvl"/>
          <dgm:resizeHandles val="exact"/>
        </dgm:presLayoutVars>
      </dgm:prSet>
      <dgm:spPr/>
    </dgm:pt>
    <dgm:pt modelId="{B092A232-C36E-4FD8-BFCA-C00F836632AC}" type="pres">
      <dgm:prSet presAssocID="{C7070438-CB8A-4206-926F-C0F304D7BE32}" presName="parentLin" presStyleCnt="0"/>
      <dgm:spPr/>
    </dgm:pt>
    <dgm:pt modelId="{4197A7E1-1E5A-4398-A42B-1125417F7855}" type="pres">
      <dgm:prSet presAssocID="{C7070438-CB8A-4206-926F-C0F304D7BE32}" presName="parentLeftMargin" presStyleLbl="node1" presStyleIdx="0" presStyleCnt="1"/>
      <dgm:spPr/>
    </dgm:pt>
    <dgm:pt modelId="{B22E3812-27EA-45F6-B615-08587EFE2602}" type="pres">
      <dgm:prSet presAssocID="{C7070438-CB8A-4206-926F-C0F304D7BE32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E5AB89-CBD7-4B17-8CED-A9CC42790DE2}" type="pres">
      <dgm:prSet presAssocID="{C7070438-CB8A-4206-926F-C0F304D7BE32}" presName="negativeSpace" presStyleCnt="0"/>
      <dgm:spPr/>
    </dgm:pt>
    <dgm:pt modelId="{519E8A07-50A6-4716-950F-37DF7F62B58B}" type="pres">
      <dgm:prSet presAssocID="{C7070438-CB8A-4206-926F-C0F304D7BE3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CCE0B0B-A4CA-49CF-9229-84A4E068D38F}" srcId="{5069DB6D-C38C-4BAE-8E25-DBE83E9EAC18}" destId="{E81B0483-5B75-4397-828E-953743389B13}" srcOrd="0" destOrd="0" parTransId="{E4828BC8-FD78-4ACB-A9F8-DF6554ABB48D}" sibTransId="{D16ECD84-E61D-4619-8731-A3B99DFDAE40}"/>
    <dgm:cxn modelId="{8724B02F-3992-4852-ADD9-20D9F08926F8}" srcId="{C7070438-CB8A-4206-926F-C0F304D7BE32}" destId="{5069DB6D-C38C-4BAE-8E25-DBE83E9EAC18}" srcOrd="1" destOrd="0" parTransId="{A3820AF4-904F-4812-B458-D65DE7BC15A9}" sibTransId="{65774729-9717-4E1E-8A3A-FF2511230AC6}"/>
    <dgm:cxn modelId="{2A9D747C-F32F-4DC3-A958-8A06096E8CAB}" type="presOf" srcId="{C7070438-CB8A-4206-926F-C0F304D7BE32}" destId="{B22E3812-27EA-45F6-B615-08587EFE2602}" srcOrd="1" destOrd="0" presId="urn:microsoft.com/office/officeart/2005/8/layout/list1"/>
    <dgm:cxn modelId="{F7B71683-8253-4E02-88E4-063222851115}" srcId="{C7070438-CB8A-4206-926F-C0F304D7BE32}" destId="{E4ED1D7B-16D4-4E13-B139-032AAE4E8EC4}" srcOrd="0" destOrd="0" parTransId="{12EB6C02-D572-4659-AB18-54E64D5755CF}" sibTransId="{BAF2D912-AB9D-4FFE-9E67-EF13F281E519}"/>
    <dgm:cxn modelId="{6E70D584-6469-4977-B464-DA0D8DA3FAEA}" type="presOf" srcId="{E81B0483-5B75-4397-828E-953743389B13}" destId="{519E8A07-50A6-4716-950F-37DF7F62B58B}" srcOrd="0" destOrd="2" presId="urn:microsoft.com/office/officeart/2005/8/layout/list1"/>
    <dgm:cxn modelId="{BEE5A291-6E4A-436C-9A03-3D7845170A69}" srcId="{1FB18EE2-80FD-4D73-9794-06C3411084E0}" destId="{C7070438-CB8A-4206-926F-C0F304D7BE32}" srcOrd="0" destOrd="0" parTransId="{0CFA6704-8FE3-453D-A0EF-2939BAD041B5}" sibTransId="{CA30D866-C457-44D2-B93D-17FE329A0BBD}"/>
    <dgm:cxn modelId="{CF10AAA4-DF87-4421-AD68-48F6AECCBD97}" type="presOf" srcId="{1FB18EE2-80FD-4D73-9794-06C3411084E0}" destId="{73EF54AF-D212-4BE4-955B-61EFF1DF10E9}" srcOrd="0" destOrd="0" presId="urn:microsoft.com/office/officeart/2005/8/layout/list1"/>
    <dgm:cxn modelId="{6F3F78A7-65C5-4BF6-ACD1-30C6E75BD8D2}" type="presOf" srcId="{E4ED1D7B-16D4-4E13-B139-032AAE4E8EC4}" destId="{519E8A07-50A6-4716-950F-37DF7F62B58B}" srcOrd="0" destOrd="0" presId="urn:microsoft.com/office/officeart/2005/8/layout/list1"/>
    <dgm:cxn modelId="{77FB84B0-BAD7-43C9-BDCA-B1DDE89A97E8}" type="presOf" srcId="{21096613-24B3-4DA6-92CA-4A47318AB846}" destId="{519E8A07-50A6-4716-950F-37DF7F62B58B}" srcOrd="0" destOrd="3" presId="urn:microsoft.com/office/officeart/2005/8/layout/list1"/>
    <dgm:cxn modelId="{E60C98B6-BB03-47EB-8E24-66CEEC7A5864}" type="presOf" srcId="{5069DB6D-C38C-4BAE-8E25-DBE83E9EAC18}" destId="{519E8A07-50A6-4716-950F-37DF7F62B58B}" srcOrd="0" destOrd="1" presId="urn:microsoft.com/office/officeart/2005/8/layout/list1"/>
    <dgm:cxn modelId="{043A13D6-2CBE-4A97-868A-C76ECA9ED05D}" type="presOf" srcId="{C7070438-CB8A-4206-926F-C0F304D7BE32}" destId="{4197A7E1-1E5A-4398-A42B-1125417F7855}" srcOrd="0" destOrd="0" presId="urn:microsoft.com/office/officeart/2005/8/layout/list1"/>
    <dgm:cxn modelId="{E37AD7E7-D3AB-4AF8-862C-D4AE8A6E352C}" srcId="{5069DB6D-C38C-4BAE-8E25-DBE83E9EAC18}" destId="{21096613-24B3-4DA6-92CA-4A47318AB846}" srcOrd="1" destOrd="0" parTransId="{8EC8C24A-AB90-4186-8CCA-3FD2B980B310}" sibTransId="{A2A6BB37-1898-4FDE-8AB9-F079748C467F}"/>
    <dgm:cxn modelId="{4DC256B1-E3CF-48AF-A696-61BB7251674A}" type="presParOf" srcId="{73EF54AF-D212-4BE4-955B-61EFF1DF10E9}" destId="{B092A232-C36E-4FD8-BFCA-C00F836632AC}" srcOrd="0" destOrd="0" presId="urn:microsoft.com/office/officeart/2005/8/layout/list1"/>
    <dgm:cxn modelId="{3C9087BF-6281-415C-BBDA-3504B6A35BBF}" type="presParOf" srcId="{B092A232-C36E-4FD8-BFCA-C00F836632AC}" destId="{4197A7E1-1E5A-4398-A42B-1125417F7855}" srcOrd="0" destOrd="0" presId="urn:microsoft.com/office/officeart/2005/8/layout/list1"/>
    <dgm:cxn modelId="{A70B8759-9EC4-4FF7-9A7E-DEFBECE69D10}" type="presParOf" srcId="{B092A232-C36E-4FD8-BFCA-C00F836632AC}" destId="{B22E3812-27EA-45F6-B615-08587EFE2602}" srcOrd="1" destOrd="0" presId="urn:microsoft.com/office/officeart/2005/8/layout/list1"/>
    <dgm:cxn modelId="{08D526DB-6B22-4C3A-9BBF-971AA15BDC75}" type="presParOf" srcId="{73EF54AF-D212-4BE4-955B-61EFF1DF10E9}" destId="{88E5AB89-CBD7-4B17-8CED-A9CC42790DE2}" srcOrd="1" destOrd="0" presId="urn:microsoft.com/office/officeart/2005/8/layout/list1"/>
    <dgm:cxn modelId="{C78348E5-7E96-4083-B0E0-92498231DFE7}" type="presParOf" srcId="{73EF54AF-D212-4BE4-955B-61EFF1DF10E9}" destId="{519E8A07-50A6-4716-950F-37DF7F62B58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B47730-73B6-40F6-B169-A4C25F6CC5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80FDF9-5C0A-4738-8E2D-19F3E76DB708}">
      <dgm:prSet/>
      <dgm:spPr/>
      <dgm:t>
        <a:bodyPr/>
        <a:lstStyle/>
        <a:p>
          <a:r>
            <a:rPr lang="en-US" b="1" dirty="0"/>
            <a:t>Month 28: </a:t>
          </a:r>
          <a:r>
            <a:rPr lang="en-US" dirty="0"/>
            <a:t>This marks the point at which </a:t>
          </a:r>
          <a:r>
            <a:rPr lang="en-US" dirty="0" err="1"/>
            <a:t>SmartSell</a:t>
          </a:r>
          <a:r>
            <a:rPr lang="en-US" dirty="0"/>
            <a:t> has fully recovered all net cash outflows and begins generating net positive returns.</a:t>
          </a:r>
        </a:p>
      </dgm:t>
    </dgm:pt>
    <dgm:pt modelId="{6300F76C-6107-4DC0-90D2-C6E1461BC18F}" type="parTrans" cxnId="{9759114C-AFD6-4204-96F1-CBAD7D9E4469}">
      <dgm:prSet/>
      <dgm:spPr/>
      <dgm:t>
        <a:bodyPr/>
        <a:lstStyle/>
        <a:p>
          <a:endParaRPr lang="en-US"/>
        </a:p>
      </dgm:t>
    </dgm:pt>
    <dgm:pt modelId="{325C2EEE-7145-4775-BBB5-A652387CC5C0}" type="sibTrans" cxnId="{9759114C-AFD6-4204-96F1-CBAD7D9E4469}">
      <dgm:prSet/>
      <dgm:spPr/>
      <dgm:t>
        <a:bodyPr/>
        <a:lstStyle/>
        <a:p>
          <a:endParaRPr lang="en-US"/>
        </a:p>
      </dgm:t>
    </dgm:pt>
    <dgm:pt modelId="{73AFBD72-4E8A-441E-B68C-59E6402522A6}">
      <dgm:prSet/>
      <dgm:spPr/>
      <dgm:t>
        <a:bodyPr/>
        <a:lstStyle/>
        <a:p>
          <a:r>
            <a:rPr lang="en-US" dirty="0"/>
            <a:t>By the end of  33</a:t>
          </a:r>
          <a:r>
            <a:rPr lang="en-US" baseline="30000" dirty="0"/>
            <a:t>rd</a:t>
          </a:r>
          <a:r>
            <a:rPr lang="en-US" dirty="0"/>
            <a:t> month, we generated around 19.6M (after taxes) from our business out of the ~100M we deployed, which is around 19.6% percent ROI.</a:t>
          </a:r>
        </a:p>
      </dgm:t>
    </dgm:pt>
    <dgm:pt modelId="{9D773CA9-BB99-45D5-8336-C20B06DDB9C9}" type="parTrans" cxnId="{ADCF3185-86E9-45D9-A3FB-CACFCD1C4B0D}">
      <dgm:prSet/>
      <dgm:spPr/>
      <dgm:t>
        <a:bodyPr/>
        <a:lstStyle/>
        <a:p>
          <a:endParaRPr lang="en-US"/>
        </a:p>
      </dgm:t>
    </dgm:pt>
    <dgm:pt modelId="{F10B6A21-9A77-4889-B942-7BF845B6C02E}" type="sibTrans" cxnId="{ADCF3185-86E9-45D9-A3FB-CACFCD1C4B0D}">
      <dgm:prSet/>
      <dgm:spPr/>
      <dgm:t>
        <a:bodyPr/>
        <a:lstStyle/>
        <a:p>
          <a:endParaRPr lang="en-US"/>
        </a:p>
      </dgm:t>
    </dgm:pt>
    <dgm:pt modelId="{C7BE06ED-B498-43C7-BC4B-79F4B22D47F1}" type="pres">
      <dgm:prSet presAssocID="{8BB47730-73B6-40F6-B169-A4C25F6CC597}" presName="root" presStyleCnt="0">
        <dgm:presLayoutVars>
          <dgm:dir/>
          <dgm:resizeHandles val="exact"/>
        </dgm:presLayoutVars>
      </dgm:prSet>
      <dgm:spPr/>
    </dgm:pt>
    <dgm:pt modelId="{45D1B7F8-3C40-474F-895F-54EC2B5AE6E8}" type="pres">
      <dgm:prSet presAssocID="{2880FDF9-5C0A-4738-8E2D-19F3E76DB708}" presName="compNode" presStyleCnt="0"/>
      <dgm:spPr/>
    </dgm:pt>
    <dgm:pt modelId="{49616988-A7B9-4A50-AFE6-E0A330B9BF34}" type="pres">
      <dgm:prSet presAssocID="{2880FDF9-5C0A-4738-8E2D-19F3E76DB708}" presName="bgRect" presStyleLbl="bgShp" presStyleIdx="0" presStyleCnt="2"/>
      <dgm:spPr/>
    </dgm:pt>
    <dgm:pt modelId="{5BD1125A-80A4-40C4-869E-44AFDA6FBC84}" type="pres">
      <dgm:prSet presAssocID="{2880FDF9-5C0A-4738-8E2D-19F3E76DB70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A1CF6C2-E44F-4C27-AC84-444FC2DCE22E}" type="pres">
      <dgm:prSet presAssocID="{2880FDF9-5C0A-4738-8E2D-19F3E76DB708}" presName="spaceRect" presStyleCnt="0"/>
      <dgm:spPr/>
    </dgm:pt>
    <dgm:pt modelId="{742F32B0-2DE5-42A1-9E4E-77004FF2A779}" type="pres">
      <dgm:prSet presAssocID="{2880FDF9-5C0A-4738-8E2D-19F3E76DB708}" presName="parTx" presStyleLbl="revTx" presStyleIdx="0" presStyleCnt="2">
        <dgm:presLayoutVars>
          <dgm:chMax val="0"/>
          <dgm:chPref val="0"/>
        </dgm:presLayoutVars>
      </dgm:prSet>
      <dgm:spPr/>
    </dgm:pt>
    <dgm:pt modelId="{C340B913-2AE5-443E-8232-EE8C62DEE58A}" type="pres">
      <dgm:prSet presAssocID="{325C2EEE-7145-4775-BBB5-A652387CC5C0}" presName="sibTrans" presStyleCnt="0"/>
      <dgm:spPr/>
    </dgm:pt>
    <dgm:pt modelId="{658E7115-B181-4BE6-B431-6A8FE33A47B8}" type="pres">
      <dgm:prSet presAssocID="{73AFBD72-4E8A-441E-B68C-59E6402522A6}" presName="compNode" presStyleCnt="0"/>
      <dgm:spPr/>
    </dgm:pt>
    <dgm:pt modelId="{8E1017E1-93AA-485D-9BB8-500896474874}" type="pres">
      <dgm:prSet presAssocID="{73AFBD72-4E8A-441E-B68C-59E6402522A6}" presName="bgRect" presStyleLbl="bgShp" presStyleIdx="1" presStyleCnt="2"/>
      <dgm:spPr/>
    </dgm:pt>
    <dgm:pt modelId="{B1F015C8-8413-49CB-ADDE-FF444E87767A}" type="pres">
      <dgm:prSet presAssocID="{73AFBD72-4E8A-441E-B68C-59E6402522A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6F8C89DC-38BA-4A70-8208-1DECA091BAA4}" type="pres">
      <dgm:prSet presAssocID="{73AFBD72-4E8A-441E-B68C-59E6402522A6}" presName="spaceRect" presStyleCnt="0"/>
      <dgm:spPr/>
    </dgm:pt>
    <dgm:pt modelId="{9A822400-382E-48D6-9373-11DE94AE3902}" type="pres">
      <dgm:prSet presAssocID="{73AFBD72-4E8A-441E-B68C-59E6402522A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BAED44-30DF-484C-83ED-ED21378A9713}" type="presOf" srcId="{73AFBD72-4E8A-441E-B68C-59E6402522A6}" destId="{9A822400-382E-48D6-9373-11DE94AE3902}" srcOrd="0" destOrd="0" presId="urn:microsoft.com/office/officeart/2018/2/layout/IconVerticalSolidList"/>
    <dgm:cxn modelId="{9759114C-AFD6-4204-96F1-CBAD7D9E4469}" srcId="{8BB47730-73B6-40F6-B169-A4C25F6CC597}" destId="{2880FDF9-5C0A-4738-8E2D-19F3E76DB708}" srcOrd="0" destOrd="0" parTransId="{6300F76C-6107-4DC0-90D2-C6E1461BC18F}" sibTransId="{325C2EEE-7145-4775-BBB5-A652387CC5C0}"/>
    <dgm:cxn modelId="{ADCF3185-86E9-45D9-A3FB-CACFCD1C4B0D}" srcId="{8BB47730-73B6-40F6-B169-A4C25F6CC597}" destId="{73AFBD72-4E8A-441E-B68C-59E6402522A6}" srcOrd="1" destOrd="0" parTransId="{9D773CA9-BB99-45D5-8336-C20B06DDB9C9}" sibTransId="{F10B6A21-9A77-4889-B942-7BF845B6C02E}"/>
    <dgm:cxn modelId="{421B8CF5-D456-4383-B775-98FBCC8CD5E4}" type="presOf" srcId="{2880FDF9-5C0A-4738-8E2D-19F3E76DB708}" destId="{742F32B0-2DE5-42A1-9E4E-77004FF2A779}" srcOrd="0" destOrd="0" presId="urn:microsoft.com/office/officeart/2018/2/layout/IconVerticalSolidList"/>
    <dgm:cxn modelId="{F5C03AFB-9B58-4FB7-BBB8-AB6931FADC46}" type="presOf" srcId="{8BB47730-73B6-40F6-B169-A4C25F6CC597}" destId="{C7BE06ED-B498-43C7-BC4B-79F4B22D47F1}" srcOrd="0" destOrd="0" presId="urn:microsoft.com/office/officeart/2018/2/layout/IconVerticalSolidList"/>
    <dgm:cxn modelId="{C7298811-07ED-463A-97FE-84AE0DA277C9}" type="presParOf" srcId="{C7BE06ED-B498-43C7-BC4B-79F4B22D47F1}" destId="{45D1B7F8-3C40-474F-895F-54EC2B5AE6E8}" srcOrd="0" destOrd="0" presId="urn:microsoft.com/office/officeart/2018/2/layout/IconVerticalSolidList"/>
    <dgm:cxn modelId="{078C816F-58D0-4D0A-9C71-447A22CBD99E}" type="presParOf" srcId="{45D1B7F8-3C40-474F-895F-54EC2B5AE6E8}" destId="{49616988-A7B9-4A50-AFE6-E0A330B9BF34}" srcOrd="0" destOrd="0" presId="urn:microsoft.com/office/officeart/2018/2/layout/IconVerticalSolidList"/>
    <dgm:cxn modelId="{65DF26E9-9316-448E-B516-4064305538AF}" type="presParOf" srcId="{45D1B7F8-3C40-474F-895F-54EC2B5AE6E8}" destId="{5BD1125A-80A4-40C4-869E-44AFDA6FBC84}" srcOrd="1" destOrd="0" presId="urn:microsoft.com/office/officeart/2018/2/layout/IconVerticalSolidList"/>
    <dgm:cxn modelId="{91D25AEA-8689-4EFF-951A-7B218C0C4D60}" type="presParOf" srcId="{45D1B7F8-3C40-474F-895F-54EC2B5AE6E8}" destId="{CA1CF6C2-E44F-4C27-AC84-444FC2DCE22E}" srcOrd="2" destOrd="0" presId="urn:microsoft.com/office/officeart/2018/2/layout/IconVerticalSolidList"/>
    <dgm:cxn modelId="{84A4E184-343B-48BF-922F-B3F649FECECE}" type="presParOf" srcId="{45D1B7F8-3C40-474F-895F-54EC2B5AE6E8}" destId="{742F32B0-2DE5-42A1-9E4E-77004FF2A779}" srcOrd="3" destOrd="0" presId="urn:microsoft.com/office/officeart/2018/2/layout/IconVerticalSolidList"/>
    <dgm:cxn modelId="{7B160B71-7E2F-4AC8-8329-A494AF83DA9E}" type="presParOf" srcId="{C7BE06ED-B498-43C7-BC4B-79F4B22D47F1}" destId="{C340B913-2AE5-443E-8232-EE8C62DEE58A}" srcOrd="1" destOrd="0" presId="urn:microsoft.com/office/officeart/2018/2/layout/IconVerticalSolidList"/>
    <dgm:cxn modelId="{89DC5BF4-A05C-4326-8306-741FCDCD1865}" type="presParOf" srcId="{C7BE06ED-B498-43C7-BC4B-79F4B22D47F1}" destId="{658E7115-B181-4BE6-B431-6A8FE33A47B8}" srcOrd="2" destOrd="0" presId="urn:microsoft.com/office/officeart/2018/2/layout/IconVerticalSolidList"/>
    <dgm:cxn modelId="{CC81E3F3-FE26-4E75-9725-930EEBA84C40}" type="presParOf" srcId="{658E7115-B181-4BE6-B431-6A8FE33A47B8}" destId="{8E1017E1-93AA-485D-9BB8-500896474874}" srcOrd="0" destOrd="0" presId="urn:microsoft.com/office/officeart/2018/2/layout/IconVerticalSolidList"/>
    <dgm:cxn modelId="{210B401B-592A-47BF-911C-575A5C826D38}" type="presParOf" srcId="{658E7115-B181-4BE6-B431-6A8FE33A47B8}" destId="{B1F015C8-8413-49CB-ADDE-FF444E87767A}" srcOrd="1" destOrd="0" presId="urn:microsoft.com/office/officeart/2018/2/layout/IconVerticalSolidList"/>
    <dgm:cxn modelId="{B0D18799-6C7A-45BD-B602-C5120B064C91}" type="presParOf" srcId="{658E7115-B181-4BE6-B431-6A8FE33A47B8}" destId="{6F8C89DC-38BA-4A70-8208-1DECA091BAA4}" srcOrd="2" destOrd="0" presId="urn:microsoft.com/office/officeart/2018/2/layout/IconVerticalSolidList"/>
    <dgm:cxn modelId="{13553616-BAF5-4A67-B462-80387ECAC6A3}" type="presParOf" srcId="{658E7115-B181-4BE6-B431-6A8FE33A47B8}" destId="{9A822400-382E-48D6-9373-11DE94AE39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B47730-73B6-40F6-B169-A4C25F6CC59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80FDF9-5C0A-4738-8E2D-19F3E76DB708}">
      <dgm:prSet/>
      <dgm:spPr/>
      <dgm:t>
        <a:bodyPr/>
        <a:lstStyle/>
        <a:p>
          <a:r>
            <a:rPr lang="en-US" b="1" dirty="0"/>
            <a:t>Month 30: </a:t>
          </a:r>
          <a:r>
            <a:rPr lang="en-US" dirty="0"/>
            <a:t>This marks the point at which </a:t>
          </a:r>
          <a:r>
            <a:rPr lang="en-US" dirty="0" err="1"/>
            <a:t>SmartSell</a:t>
          </a:r>
          <a:r>
            <a:rPr lang="en-US" dirty="0"/>
            <a:t> has fully recovered all net cash outflows and begins generating net positive returns.</a:t>
          </a:r>
        </a:p>
      </dgm:t>
    </dgm:pt>
    <dgm:pt modelId="{6300F76C-6107-4DC0-90D2-C6E1461BC18F}" type="parTrans" cxnId="{9759114C-AFD6-4204-96F1-CBAD7D9E4469}">
      <dgm:prSet/>
      <dgm:spPr/>
      <dgm:t>
        <a:bodyPr/>
        <a:lstStyle/>
        <a:p>
          <a:endParaRPr lang="en-US"/>
        </a:p>
      </dgm:t>
    </dgm:pt>
    <dgm:pt modelId="{325C2EEE-7145-4775-BBB5-A652387CC5C0}" type="sibTrans" cxnId="{9759114C-AFD6-4204-96F1-CBAD7D9E4469}">
      <dgm:prSet/>
      <dgm:spPr/>
      <dgm:t>
        <a:bodyPr/>
        <a:lstStyle/>
        <a:p>
          <a:endParaRPr lang="en-US"/>
        </a:p>
      </dgm:t>
    </dgm:pt>
    <dgm:pt modelId="{73AFBD72-4E8A-441E-B68C-59E6402522A6}">
      <dgm:prSet/>
      <dgm:spPr/>
      <dgm:t>
        <a:bodyPr/>
        <a:lstStyle/>
        <a:p>
          <a:r>
            <a:rPr lang="en-US" dirty="0"/>
            <a:t>By the end of  33</a:t>
          </a:r>
          <a:r>
            <a:rPr lang="en-US" baseline="30000" dirty="0"/>
            <a:t>rd</a:t>
          </a:r>
          <a:r>
            <a:rPr lang="en-US" dirty="0"/>
            <a:t> month, we generated around 3.91M (after taxes) from our business out of the ~100M we deployed, which is around 4% percent ROI.</a:t>
          </a:r>
        </a:p>
      </dgm:t>
    </dgm:pt>
    <dgm:pt modelId="{9D773CA9-BB99-45D5-8336-C20B06DDB9C9}" type="parTrans" cxnId="{ADCF3185-86E9-45D9-A3FB-CACFCD1C4B0D}">
      <dgm:prSet/>
      <dgm:spPr/>
      <dgm:t>
        <a:bodyPr/>
        <a:lstStyle/>
        <a:p>
          <a:endParaRPr lang="en-US"/>
        </a:p>
      </dgm:t>
    </dgm:pt>
    <dgm:pt modelId="{F10B6A21-9A77-4889-B942-7BF845B6C02E}" type="sibTrans" cxnId="{ADCF3185-86E9-45D9-A3FB-CACFCD1C4B0D}">
      <dgm:prSet/>
      <dgm:spPr/>
      <dgm:t>
        <a:bodyPr/>
        <a:lstStyle/>
        <a:p>
          <a:endParaRPr lang="en-US"/>
        </a:p>
      </dgm:t>
    </dgm:pt>
    <dgm:pt modelId="{C7BE06ED-B498-43C7-BC4B-79F4B22D47F1}" type="pres">
      <dgm:prSet presAssocID="{8BB47730-73B6-40F6-B169-A4C25F6CC597}" presName="root" presStyleCnt="0">
        <dgm:presLayoutVars>
          <dgm:dir/>
          <dgm:resizeHandles val="exact"/>
        </dgm:presLayoutVars>
      </dgm:prSet>
      <dgm:spPr/>
    </dgm:pt>
    <dgm:pt modelId="{45D1B7F8-3C40-474F-895F-54EC2B5AE6E8}" type="pres">
      <dgm:prSet presAssocID="{2880FDF9-5C0A-4738-8E2D-19F3E76DB708}" presName="compNode" presStyleCnt="0"/>
      <dgm:spPr/>
    </dgm:pt>
    <dgm:pt modelId="{49616988-A7B9-4A50-AFE6-E0A330B9BF34}" type="pres">
      <dgm:prSet presAssocID="{2880FDF9-5C0A-4738-8E2D-19F3E76DB708}" presName="bgRect" presStyleLbl="bgShp" presStyleIdx="0" presStyleCnt="2"/>
      <dgm:spPr/>
    </dgm:pt>
    <dgm:pt modelId="{5BD1125A-80A4-40C4-869E-44AFDA6FBC84}" type="pres">
      <dgm:prSet presAssocID="{2880FDF9-5C0A-4738-8E2D-19F3E76DB70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A1CF6C2-E44F-4C27-AC84-444FC2DCE22E}" type="pres">
      <dgm:prSet presAssocID="{2880FDF9-5C0A-4738-8E2D-19F3E76DB708}" presName="spaceRect" presStyleCnt="0"/>
      <dgm:spPr/>
    </dgm:pt>
    <dgm:pt modelId="{742F32B0-2DE5-42A1-9E4E-77004FF2A779}" type="pres">
      <dgm:prSet presAssocID="{2880FDF9-5C0A-4738-8E2D-19F3E76DB708}" presName="parTx" presStyleLbl="revTx" presStyleIdx="0" presStyleCnt="2">
        <dgm:presLayoutVars>
          <dgm:chMax val="0"/>
          <dgm:chPref val="0"/>
        </dgm:presLayoutVars>
      </dgm:prSet>
      <dgm:spPr/>
    </dgm:pt>
    <dgm:pt modelId="{C340B913-2AE5-443E-8232-EE8C62DEE58A}" type="pres">
      <dgm:prSet presAssocID="{325C2EEE-7145-4775-BBB5-A652387CC5C0}" presName="sibTrans" presStyleCnt="0"/>
      <dgm:spPr/>
    </dgm:pt>
    <dgm:pt modelId="{658E7115-B181-4BE6-B431-6A8FE33A47B8}" type="pres">
      <dgm:prSet presAssocID="{73AFBD72-4E8A-441E-B68C-59E6402522A6}" presName="compNode" presStyleCnt="0"/>
      <dgm:spPr/>
    </dgm:pt>
    <dgm:pt modelId="{8E1017E1-93AA-485D-9BB8-500896474874}" type="pres">
      <dgm:prSet presAssocID="{73AFBD72-4E8A-441E-B68C-59E6402522A6}" presName="bgRect" presStyleLbl="bgShp" presStyleIdx="1" presStyleCnt="2"/>
      <dgm:spPr/>
    </dgm:pt>
    <dgm:pt modelId="{B1F015C8-8413-49CB-ADDE-FF444E87767A}" type="pres">
      <dgm:prSet presAssocID="{73AFBD72-4E8A-441E-B68C-59E6402522A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6F8C89DC-38BA-4A70-8208-1DECA091BAA4}" type="pres">
      <dgm:prSet presAssocID="{73AFBD72-4E8A-441E-B68C-59E6402522A6}" presName="spaceRect" presStyleCnt="0"/>
      <dgm:spPr/>
    </dgm:pt>
    <dgm:pt modelId="{9A822400-382E-48D6-9373-11DE94AE3902}" type="pres">
      <dgm:prSet presAssocID="{73AFBD72-4E8A-441E-B68C-59E6402522A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FBAED44-30DF-484C-83ED-ED21378A9713}" type="presOf" srcId="{73AFBD72-4E8A-441E-B68C-59E6402522A6}" destId="{9A822400-382E-48D6-9373-11DE94AE3902}" srcOrd="0" destOrd="0" presId="urn:microsoft.com/office/officeart/2018/2/layout/IconVerticalSolidList"/>
    <dgm:cxn modelId="{9759114C-AFD6-4204-96F1-CBAD7D9E4469}" srcId="{8BB47730-73B6-40F6-B169-A4C25F6CC597}" destId="{2880FDF9-5C0A-4738-8E2D-19F3E76DB708}" srcOrd="0" destOrd="0" parTransId="{6300F76C-6107-4DC0-90D2-C6E1461BC18F}" sibTransId="{325C2EEE-7145-4775-BBB5-A652387CC5C0}"/>
    <dgm:cxn modelId="{ADCF3185-86E9-45D9-A3FB-CACFCD1C4B0D}" srcId="{8BB47730-73B6-40F6-B169-A4C25F6CC597}" destId="{73AFBD72-4E8A-441E-B68C-59E6402522A6}" srcOrd="1" destOrd="0" parTransId="{9D773CA9-BB99-45D5-8336-C20B06DDB9C9}" sibTransId="{F10B6A21-9A77-4889-B942-7BF845B6C02E}"/>
    <dgm:cxn modelId="{421B8CF5-D456-4383-B775-98FBCC8CD5E4}" type="presOf" srcId="{2880FDF9-5C0A-4738-8E2D-19F3E76DB708}" destId="{742F32B0-2DE5-42A1-9E4E-77004FF2A779}" srcOrd="0" destOrd="0" presId="urn:microsoft.com/office/officeart/2018/2/layout/IconVerticalSolidList"/>
    <dgm:cxn modelId="{F5C03AFB-9B58-4FB7-BBB8-AB6931FADC46}" type="presOf" srcId="{8BB47730-73B6-40F6-B169-A4C25F6CC597}" destId="{C7BE06ED-B498-43C7-BC4B-79F4B22D47F1}" srcOrd="0" destOrd="0" presId="urn:microsoft.com/office/officeart/2018/2/layout/IconVerticalSolidList"/>
    <dgm:cxn modelId="{C7298811-07ED-463A-97FE-84AE0DA277C9}" type="presParOf" srcId="{C7BE06ED-B498-43C7-BC4B-79F4B22D47F1}" destId="{45D1B7F8-3C40-474F-895F-54EC2B5AE6E8}" srcOrd="0" destOrd="0" presId="urn:microsoft.com/office/officeart/2018/2/layout/IconVerticalSolidList"/>
    <dgm:cxn modelId="{078C816F-58D0-4D0A-9C71-447A22CBD99E}" type="presParOf" srcId="{45D1B7F8-3C40-474F-895F-54EC2B5AE6E8}" destId="{49616988-A7B9-4A50-AFE6-E0A330B9BF34}" srcOrd="0" destOrd="0" presId="urn:microsoft.com/office/officeart/2018/2/layout/IconVerticalSolidList"/>
    <dgm:cxn modelId="{65DF26E9-9316-448E-B516-4064305538AF}" type="presParOf" srcId="{45D1B7F8-3C40-474F-895F-54EC2B5AE6E8}" destId="{5BD1125A-80A4-40C4-869E-44AFDA6FBC84}" srcOrd="1" destOrd="0" presId="urn:microsoft.com/office/officeart/2018/2/layout/IconVerticalSolidList"/>
    <dgm:cxn modelId="{91D25AEA-8689-4EFF-951A-7B218C0C4D60}" type="presParOf" srcId="{45D1B7F8-3C40-474F-895F-54EC2B5AE6E8}" destId="{CA1CF6C2-E44F-4C27-AC84-444FC2DCE22E}" srcOrd="2" destOrd="0" presId="urn:microsoft.com/office/officeart/2018/2/layout/IconVerticalSolidList"/>
    <dgm:cxn modelId="{84A4E184-343B-48BF-922F-B3F649FECECE}" type="presParOf" srcId="{45D1B7F8-3C40-474F-895F-54EC2B5AE6E8}" destId="{742F32B0-2DE5-42A1-9E4E-77004FF2A779}" srcOrd="3" destOrd="0" presId="urn:microsoft.com/office/officeart/2018/2/layout/IconVerticalSolidList"/>
    <dgm:cxn modelId="{7B160B71-7E2F-4AC8-8329-A494AF83DA9E}" type="presParOf" srcId="{C7BE06ED-B498-43C7-BC4B-79F4B22D47F1}" destId="{C340B913-2AE5-443E-8232-EE8C62DEE58A}" srcOrd="1" destOrd="0" presId="urn:microsoft.com/office/officeart/2018/2/layout/IconVerticalSolidList"/>
    <dgm:cxn modelId="{89DC5BF4-A05C-4326-8306-741FCDCD1865}" type="presParOf" srcId="{C7BE06ED-B498-43C7-BC4B-79F4B22D47F1}" destId="{658E7115-B181-4BE6-B431-6A8FE33A47B8}" srcOrd="2" destOrd="0" presId="urn:microsoft.com/office/officeart/2018/2/layout/IconVerticalSolidList"/>
    <dgm:cxn modelId="{CC81E3F3-FE26-4E75-9725-930EEBA84C40}" type="presParOf" srcId="{658E7115-B181-4BE6-B431-6A8FE33A47B8}" destId="{8E1017E1-93AA-485D-9BB8-500896474874}" srcOrd="0" destOrd="0" presId="urn:microsoft.com/office/officeart/2018/2/layout/IconVerticalSolidList"/>
    <dgm:cxn modelId="{210B401B-592A-47BF-911C-575A5C826D38}" type="presParOf" srcId="{658E7115-B181-4BE6-B431-6A8FE33A47B8}" destId="{B1F015C8-8413-49CB-ADDE-FF444E87767A}" srcOrd="1" destOrd="0" presId="urn:microsoft.com/office/officeart/2018/2/layout/IconVerticalSolidList"/>
    <dgm:cxn modelId="{B0D18799-6C7A-45BD-B602-C5120B064C91}" type="presParOf" srcId="{658E7115-B181-4BE6-B431-6A8FE33A47B8}" destId="{6F8C89DC-38BA-4A70-8208-1DECA091BAA4}" srcOrd="2" destOrd="0" presId="urn:microsoft.com/office/officeart/2018/2/layout/IconVerticalSolidList"/>
    <dgm:cxn modelId="{13553616-BAF5-4A67-B462-80387ECAC6A3}" type="presParOf" srcId="{658E7115-B181-4BE6-B431-6A8FE33A47B8}" destId="{9A822400-382E-48D6-9373-11DE94AE39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0C04A-0FFD-45DC-A33E-0723F2DFD892}">
      <dsp:nvSpPr>
        <dsp:cNvPr id="0" name=""/>
        <dsp:cNvSpPr/>
      </dsp:nvSpPr>
      <dsp:spPr>
        <a:xfrm>
          <a:off x="0" y="410850"/>
          <a:ext cx="6144767" cy="1905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458216" rIns="47690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Early movers, job changers, growing families,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 dirty="0"/>
            <a:t>Core features, core value proposition - </a:t>
          </a:r>
          <a:r>
            <a:rPr lang="en-IN" sz="2200" kern="1200" dirty="0">
              <a:hlinkClick xmlns:r="http://schemas.openxmlformats.org/officeDocument/2006/relationships" r:id="rId1"/>
            </a:rPr>
            <a:t>https://smartsell-app.vercel.app/</a:t>
          </a:r>
          <a:endParaRPr lang="en-US" sz="2200" kern="1200" dirty="0"/>
        </a:p>
      </dsp:txBody>
      <dsp:txXfrm>
        <a:off x="0" y="410850"/>
        <a:ext cx="6144767" cy="1905749"/>
      </dsp:txXfrm>
    </dsp:sp>
    <dsp:sp modelId="{85408AE5-A9B3-4873-A633-D3FEE51770AE}">
      <dsp:nvSpPr>
        <dsp:cNvPr id="0" name=""/>
        <dsp:cNvSpPr/>
      </dsp:nvSpPr>
      <dsp:spPr>
        <a:xfrm>
          <a:off x="307238" y="86130"/>
          <a:ext cx="4301337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BUSINESS MODEL </a:t>
          </a:r>
          <a:endParaRPr lang="en-US" sz="2200" kern="1200"/>
        </a:p>
      </dsp:txBody>
      <dsp:txXfrm>
        <a:off x="338941" y="117833"/>
        <a:ext cx="4237931" cy="586034"/>
      </dsp:txXfrm>
    </dsp:sp>
    <dsp:sp modelId="{59850DD0-3C64-4AAB-AE0F-498DB6C02DC2}">
      <dsp:nvSpPr>
        <dsp:cNvPr id="0" name=""/>
        <dsp:cNvSpPr/>
      </dsp:nvSpPr>
      <dsp:spPr>
        <a:xfrm>
          <a:off x="0" y="2760120"/>
          <a:ext cx="6144767" cy="21829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902" tIns="458216" rIns="476902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Metro level data analysis using redfin market data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Top metros shortlisted – Minneapolis, Dallas, Houston, Phoenix, Chicago, Atlanta</a:t>
          </a:r>
        </a:p>
      </dsp:txBody>
      <dsp:txXfrm>
        <a:off x="0" y="2760120"/>
        <a:ext cx="6144767" cy="2182949"/>
      </dsp:txXfrm>
    </dsp:sp>
    <dsp:sp modelId="{77FCC550-2739-452C-AFAD-C2706C2886DF}">
      <dsp:nvSpPr>
        <dsp:cNvPr id="0" name=""/>
        <dsp:cNvSpPr/>
      </dsp:nvSpPr>
      <dsp:spPr>
        <a:xfrm>
          <a:off x="307238" y="2435399"/>
          <a:ext cx="4301337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580" tIns="0" rIns="16258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 ANALYSIS</a:t>
          </a:r>
          <a:endParaRPr lang="en-US" sz="2200" kern="1200"/>
        </a:p>
      </dsp:txBody>
      <dsp:txXfrm>
        <a:off x="338941" y="2467102"/>
        <a:ext cx="4237931" cy="586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E9A2E-424E-4254-ADDE-95F7B2E70763}">
      <dsp:nvSpPr>
        <dsp:cNvPr id="0" name=""/>
        <dsp:cNvSpPr/>
      </dsp:nvSpPr>
      <dsp:spPr>
        <a:xfrm>
          <a:off x="0" y="7956"/>
          <a:ext cx="7306056" cy="1152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/>
            <a:t>How the Score Was Built</a:t>
          </a:r>
          <a:endParaRPr lang="en-US" sz="4000" kern="1200"/>
        </a:p>
      </dsp:txBody>
      <dsp:txXfrm>
        <a:off x="0" y="7956"/>
        <a:ext cx="7306056" cy="1152000"/>
      </dsp:txXfrm>
    </dsp:sp>
    <dsp:sp modelId="{36073449-B165-4270-8244-514424326774}">
      <dsp:nvSpPr>
        <dsp:cNvPr id="0" name=""/>
        <dsp:cNvSpPr/>
      </dsp:nvSpPr>
      <dsp:spPr>
        <a:xfrm>
          <a:off x="0" y="1159956"/>
          <a:ext cx="7306056" cy="384299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Min–max normalization applied to all the economic factors.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Weighted model reflects strategic priorities: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Persona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Migration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Income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Unemployment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Population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House prices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000" kern="1200" dirty="0"/>
            <a:t>Previous stability score</a:t>
          </a:r>
          <a:br>
            <a:rPr lang="en-US" sz="2300" kern="1200" dirty="0"/>
          </a:br>
          <a:r>
            <a:rPr lang="en-US" sz="2300" kern="1200" dirty="0"/>
            <a:t>	</a:t>
          </a:r>
        </a:p>
      </dsp:txBody>
      <dsp:txXfrm>
        <a:off x="0" y="1159956"/>
        <a:ext cx="7306056" cy="38429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F9E2F-D6B6-4413-8215-85E9881A6A89}">
      <dsp:nvSpPr>
        <dsp:cNvPr id="0" name=""/>
        <dsp:cNvSpPr/>
      </dsp:nvSpPr>
      <dsp:spPr>
        <a:xfrm>
          <a:off x="0" y="611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980648-17DD-4CCA-8D5A-4FB8B344C023}">
      <dsp:nvSpPr>
        <dsp:cNvPr id="0" name=""/>
        <dsp:cNvSpPr/>
      </dsp:nvSpPr>
      <dsp:spPr>
        <a:xfrm>
          <a:off x="432980" y="322663"/>
          <a:ext cx="787236" cy="7872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489BF-8B96-4840-9FE7-514988A534C2}">
      <dsp:nvSpPr>
        <dsp:cNvPr id="0" name=""/>
        <dsp:cNvSpPr/>
      </dsp:nvSpPr>
      <dsp:spPr>
        <a:xfrm>
          <a:off x="1653197" y="611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Dallas</a:t>
          </a:r>
          <a:r>
            <a:rPr lang="en-US" sz="2400" kern="1200"/>
            <a:t> – strongest demand + stability</a:t>
          </a:r>
        </a:p>
      </dsp:txBody>
      <dsp:txXfrm>
        <a:off x="1653197" y="611"/>
        <a:ext cx="5652858" cy="1431339"/>
      </dsp:txXfrm>
    </dsp:sp>
    <dsp:sp modelId="{FB1E3A09-0738-4D3D-962A-3ACE264A72C6}">
      <dsp:nvSpPr>
        <dsp:cNvPr id="0" name=""/>
        <dsp:cNvSpPr/>
      </dsp:nvSpPr>
      <dsp:spPr>
        <a:xfrm>
          <a:off x="0" y="1789786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0E0343-DC76-4202-8834-064DAA72CE2F}">
      <dsp:nvSpPr>
        <dsp:cNvPr id="0" name=""/>
        <dsp:cNvSpPr/>
      </dsp:nvSpPr>
      <dsp:spPr>
        <a:xfrm>
          <a:off x="432980" y="2111837"/>
          <a:ext cx="787236" cy="7872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671B7-F0E6-4614-B904-F18B811C5746}">
      <dsp:nvSpPr>
        <dsp:cNvPr id="0" name=""/>
        <dsp:cNvSpPr/>
      </dsp:nvSpPr>
      <dsp:spPr>
        <a:xfrm>
          <a:off x="1653197" y="1789786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Atlanta</a:t>
          </a:r>
          <a:r>
            <a:rPr lang="en-US" sz="2400" kern="1200"/>
            <a:t> – high growth &amp; migration inflows</a:t>
          </a:r>
        </a:p>
      </dsp:txBody>
      <dsp:txXfrm>
        <a:off x="1653197" y="1789786"/>
        <a:ext cx="5652858" cy="1431339"/>
      </dsp:txXfrm>
    </dsp:sp>
    <dsp:sp modelId="{FD2F661F-DFCD-44EB-8CAC-E4145313E5C2}">
      <dsp:nvSpPr>
        <dsp:cNvPr id="0" name=""/>
        <dsp:cNvSpPr/>
      </dsp:nvSpPr>
      <dsp:spPr>
        <a:xfrm>
          <a:off x="0" y="3578960"/>
          <a:ext cx="7306056" cy="14313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1A576F-5497-4800-A56D-E91C17CE8B72}">
      <dsp:nvSpPr>
        <dsp:cNvPr id="0" name=""/>
        <dsp:cNvSpPr/>
      </dsp:nvSpPr>
      <dsp:spPr>
        <a:xfrm>
          <a:off x="432980" y="3901012"/>
          <a:ext cx="787236" cy="7872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B411F-D3F8-486E-BE30-03E90E1CB196}">
      <dsp:nvSpPr>
        <dsp:cNvPr id="0" name=""/>
        <dsp:cNvSpPr/>
      </dsp:nvSpPr>
      <dsp:spPr>
        <a:xfrm>
          <a:off x="1653197" y="3578960"/>
          <a:ext cx="5652858" cy="1431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83" tIns="151483" rIns="151483" bIns="151483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Phoenix</a:t>
          </a:r>
          <a:br>
            <a:rPr lang="en-US" sz="2400" kern="1200"/>
          </a:br>
          <a:r>
            <a:rPr lang="en-US" sz="2400" kern="1200"/>
            <a:t>Followed by: </a:t>
          </a:r>
          <a:r>
            <a:rPr lang="en-US" sz="2400" b="1" kern="1200"/>
            <a:t>Houston → Minneapolis → Chicago</a:t>
          </a:r>
          <a:endParaRPr lang="en-US" sz="2400" kern="1200"/>
        </a:p>
      </dsp:txBody>
      <dsp:txXfrm>
        <a:off x="1653197" y="3578960"/>
        <a:ext cx="5652858" cy="14313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E8A07-50A6-4716-950F-37DF7F62B58B}">
      <dsp:nvSpPr>
        <dsp:cNvPr id="0" name=""/>
        <dsp:cNvSpPr/>
      </dsp:nvSpPr>
      <dsp:spPr>
        <a:xfrm>
          <a:off x="0" y="1548081"/>
          <a:ext cx="7306056" cy="2283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7031" tIns="520700" rIns="567031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1" kern="1200"/>
            <a:t>Year 1:</a:t>
          </a:r>
          <a:r>
            <a:rPr lang="en-US" sz="2500" kern="1200"/>
            <a:t> 300 homes (Dallas only)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b="1" kern="1200"/>
            <a:t>Year 2:</a:t>
          </a:r>
          <a:r>
            <a:rPr lang="en-US" sz="2500" kern="1200"/>
            <a:t> 380 homes total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Dallas: 200</a:t>
          </a:r>
        </a:p>
        <a:p>
          <a:pPr marL="457200" lvl="2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Atlanta: 180</a:t>
          </a:r>
        </a:p>
      </dsp:txBody>
      <dsp:txXfrm>
        <a:off x="0" y="1548081"/>
        <a:ext cx="7306056" cy="2283750"/>
      </dsp:txXfrm>
    </dsp:sp>
    <dsp:sp modelId="{B22E3812-27EA-45F6-B615-08587EFE2602}">
      <dsp:nvSpPr>
        <dsp:cNvPr id="0" name=""/>
        <dsp:cNvSpPr/>
      </dsp:nvSpPr>
      <dsp:spPr>
        <a:xfrm>
          <a:off x="365302" y="1179081"/>
          <a:ext cx="5114239" cy="738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306" tIns="0" rIns="193306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Final Two-Year Acquisition Plan</a:t>
          </a:r>
          <a:endParaRPr lang="en-US" sz="2500" kern="1200"/>
        </a:p>
      </dsp:txBody>
      <dsp:txXfrm>
        <a:off x="401328" y="1215107"/>
        <a:ext cx="5042187" cy="665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16988-A7B9-4A50-AFE6-E0A330B9BF34}">
      <dsp:nvSpPr>
        <dsp:cNvPr id="0" name=""/>
        <dsp:cNvSpPr/>
      </dsp:nvSpPr>
      <dsp:spPr>
        <a:xfrm>
          <a:off x="0" y="873709"/>
          <a:ext cx="6620255" cy="16130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1125A-80A4-40C4-869E-44AFDA6FBC84}">
      <dsp:nvSpPr>
        <dsp:cNvPr id="0" name=""/>
        <dsp:cNvSpPr/>
      </dsp:nvSpPr>
      <dsp:spPr>
        <a:xfrm>
          <a:off x="487932" y="1236634"/>
          <a:ext cx="887150" cy="887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F32B0-2DE5-42A1-9E4E-77004FF2A779}">
      <dsp:nvSpPr>
        <dsp:cNvPr id="0" name=""/>
        <dsp:cNvSpPr/>
      </dsp:nvSpPr>
      <dsp:spPr>
        <a:xfrm>
          <a:off x="1863016" y="873709"/>
          <a:ext cx="4757239" cy="1613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709" tIns="170709" rIns="170709" bIns="17070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Month 28: </a:t>
          </a:r>
          <a:r>
            <a:rPr lang="en-US" sz="2000" kern="1200" dirty="0"/>
            <a:t>This marks the point at which </a:t>
          </a:r>
          <a:r>
            <a:rPr lang="en-US" sz="2000" kern="1200" dirty="0" err="1"/>
            <a:t>SmartSell</a:t>
          </a:r>
          <a:r>
            <a:rPr lang="en-US" sz="2000" kern="1200" dirty="0"/>
            <a:t> has fully recovered all net cash outflows and begins generating net positive returns.</a:t>
          </a:r>
        </a:p>
      </dsp:txBody>
      <dsp:txXfrm>
        <a:off x="1863016" y="873709"/>
        <a:ext cx="4757239" cy="1613001"/>
      </dsp:txXfrm>
    </dsp:sp>
    <dsp:sp modelId="{8E1017E1-93AA-485D-9BB8-500896474874}">
      <dsp:nvSpPr>
        <dsp:cNvPr id="0" name=""/>
        <dsp:cNvSpPr/>
      </dsp:nvSpPr>
      <dsp:spPr>
        <a:xfrm>
          <a:off x="0" y="2889961"/>
          <a:ext cx="6620255" cy="16130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015C8-8413-49CB-ADDE-FF444E87767A}">
      <dsp:nvSpPr>
        <dsp:cNvPr id="0" name=""/>
        <dsp:cNvSpPr/>
      </dsp:nvSpPr>
      <dsp:spPr>
        <a:xfrm>
          <a:off x="487932" y="3252886"/>
          <a:ext cx="887150" cy="887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22400-382E-48D6-9373-11DE94AE3902}">
      <dsp:nvSpPr>
        <dsp:cNvPr id="0" name=""/>
        <dsp:cNvSpPr/>
      </dsp:nvSpPr>
      <dsp:spPr>
        <a:xfrm>
          <a:off x="1863016" y="2889961"/>
          <a:ext cx="4757239" cy="1613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709" tIns="170709" rIns="170709" bIns="17070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By the end of  33</a:t>
          </a:r>
          <a:r>
            <a:rPr lang="en-US" sz="2000" kern="1200" baseline="30000" dirty="0"/>
            <a:t>rd</a:t>
          </a:r>
          <a:r>
            <a:rPr lang="en-US" sz="2000" kern="1200" dirty="0"/>
            <a:t> month, we generated around 19.6M (after taxes) from our business out of the ~100M we deployed, which is around 19.6% percent ROI.</a:t>
          </a:r>
        </a:p>
      </dsp:txBody>
      <dsp:txXfrm>
        <a:off x="1863016" y="2889961"/>
        <a:ext cx="4757239" cy="16130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16988-A7B9-4A50-AFE6-E0A330B9BF34}">
      <dsp:nvSpPr>
        <dsp:cNvPr id="0" name=""/>
        <dsp:cNvSpPr/>
      </dsp:nvSpPr>
      <dsp:spPr>
        <a:xfrm>
          <a:off x="0" y="873709"/>
          <a:ext cx="6620255" cy="16130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D1125A-80A4-40C4-869E-44AFDA6FBC84}">
      <dsp:nvSpPr>
        <dsp:cNvPr id="0" name=""/>
        <dsp:cNvSpPr/>
      </dsp:nvSpPr>
      <dsp:spPr>
        <a:xfrm>
          <a:off x="487932" y="1236634"/>
          <a:ext cx="887150" cy="887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F32B0-2DE5-42A1-9E4E-77004FF2A779}">
      <dsp:nvSpPr>
        <dsp:cNvPr id="0" name=""/>
        <dsp:cNvSpPr/>
      </dsp:nvSpPr>
      <dsp:spPr>
        <a:xfrm>
          <a:off x="1863016" y="873709"/>
          <a:ext cx="4757239" cy="1613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709" tIns="170709" rIns="170709" bIns="17070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Month 30: </a:t>
          </a:r>
          <a:r>
            <a:rPr lang="en-US" sz="2000" kern="1200" dirty="0"/>
            <a:t>This marks the point at which </a:t>
          </a:r>
          <a:r>
            <a:rPr lang="en-US" sz="2000" kern="1200" dirty="0" err="1"/>
            <a:t>SmartSell</a:t>
          </a:r>
          <a:r>
            <a:rPr lang="en-US" sz="2000" kern="1200" dirty="0"/>
            <a:t> has fully recovered all net cash outflows and begins generating net positive returns.</a:t>
          </a:r>
        </a:p>
      </dsp:txBody>
      <dsp:txXfrm>
        <a:off x="1863016" y="873709"/>
        <a:ext cx="4757239" cy="1613001"/>
      </dsp:txXfrm>
    </dsp:sp>
    <dsp:sp modelId="{8E1017E1-93AA-485D-9BB8-500896474874}">
      <dsp:nvSpPr>
        <dsp:cNvPr id="0" name=""/>
        <dsp:cNvSpPr/>
      </dsp:nvSpPr>
      <dsp:spPr>
        <a:xfrm>
          <a:off x="0" y="2889961"/>
          <a:ext cx="6620255" cy="16130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015C8-8413-49CB-ADDE-FF444E87767A}">
      <dsp:nvSpPr>
        <dsp:cNvPr id="0" name=""/>
        <dsp:cNvSpPr/>
      </dsp:nvSpPr>
      <dsp:spPr>
        <a:xfrm>
          <a:off x="487932" y="3252886"/>
          <a:ext cx="887150" cy="887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822400-382E-48D6-9373-11DE94AE3902}">
      <dsp:nvSpPr>
        <dsp:cNvPr id="0" name=""/>
        <dsp:cNvSpPr/>
      </dsp:nvSpPr>
      <dsp:spPr>
        <a:xfrm>
          <a:off x="1863016" y="2889961"/>
          <a:ext cx="4757239" cy="1613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709" tIns="170709" rIns="170709" bIns="170709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By the end of  33</a:t>
          </a:r>
          <a:r>
            <a:rPr lang="en-US" sz="2000" kern="1200" baseline="30000" dirty="0"/>
            <a:t>rd</a:t>
          </a:r>
          <a:r>
            <a:rPr lang="en-US" sz="2000" kern="1200" dirty="0"/>
            <a:t> month, we generated around 3.91M (after taxes) from our business out of the ~100M we deployed, which is around 4% percent ROI.</a:t>
          </a:r>
        </a:p>
      </dsp:txBody>
      <dsp:txXfrm>
        <a:off x="1863016" y="2889961"/>
        <a:ext cx="4757239" cy="1613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26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461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2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3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10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25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2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3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21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1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8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8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8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9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Figures of houses in different position and sizes">
            <a:extLst>
              <a:ext uri="{FF2B5EF4-FFF2-40B4-BE49-F238E27FC236}">
                <a16:creationId xmlns:a16="http://schemas.microsoft.com/office/drawing/2014/main" id="{2A944326-C4A4-A6B7-5AB1-1C485B61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9FF49D-F4FF-DB79-3688-7625E5234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anchor="t">
            <a:normAutofit/>
          </a:bodyPr>
          <a:lstStyle/>
          <a:p>
            <a:r>
              <a:rPr lang="en-IN" dirty="0" err="1">
                <a:solidFill>
                  <a:srgbClr val="FFFFFF"/>
                </a:solidFill>
              </a:rPr>
              <a:t>SmartSell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8FFCB-F6EC-E4D6-D643-C31ED49152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2202932"/>
            <a:ext cx="8720710" cy="4003548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2400" dirty="0">
                <a:solidFill>
                  <a:srgbClr val="FFFFFF"/>
                </a:solidFill>
              </a:rPr>
              <a:t>- Revolutionizing the Home Buying &amp; Selling Experience</a:t>
            </a: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en-US" sz="20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</a:rPr>
              <a:t>Presented By –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Megha Chandrasekharan Nair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Noah T Brown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Sriram </a:t>
            </a:r>
            <a:r>
              <a:rPr lang="en-US" sz="1800" dirty="0" err="1">
                <a:solidFill>
                  <a:srgbClr val="FFFFFF"/>
                </a:solidFill>
              </a:rPr>
              <a:t>Ganeshalingam</a:t>
            </a:r>
            <a:endParaRPr lang="en-US" sz="18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Teja </a:t>
            </a:r>
            <a:r>
              <a:rPr lang="en-US" sz="1800" dirty="0" err="1">
                <a:solidFill>
                  <a:srgbClr val="FFFFFF"/>
                </a:solidFill>
              </a:rPr>
              <a:t>Kuragayalabathi</a:t>
            </a:r>
            <a:r>
              <a:rPr lang="en-US" sz="1800" dirty="0">
                <a:solidFill>
                  <a:srgbClr val="FFFFFF"/>
                </a:solidFill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</a:rPr>
              <a:t>Vishala Vemuri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68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C35B8-A9F3-B0CF-CD16-D0005791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 dirty="0"/>
              <a:t>PROJECT PROPOSAL RECAP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5030F787-A4FB-9989-9A3A-EA703B3E3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620163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842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EAC613-18E0-10CB-1AE2-B70CACF77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400" dirty="0"/>
              <a:t>POST PROPOSAL STEP 1: Forecast economic indicators</a:t>
            </a:r>
            <a:br>
              <a:rPr lang="en-IN" sz="3400" dirty="0"/>
            </a:br>
            <a:br>
              <a:rPr lang="en-IN" sz="3400" dirty="0"/>
            </a:br>
            <a:endParaRPr lang="en-US" sz="3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D70340-6303-EA2F-6B22-02CFF8B8EBD9}"/>
              </a:ext>
            </a:extLst>
          </p:cNvPr>
          <p:cNvGrpSpPr/>
          <p:nvPr/>
        </p:nvGrpSpPr>
        <p:grpSpPr>
          <a:xfrm>
            <a:off x="4364736" y="974617"/>
            <a:ext cx="7306056" cy="5007670"/>
            <a:chOff x="4389120" y="980028"/>
            <a:chExt cx="7306056" cy="500767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4153A45-0980-7E90-9EBB-B39F78BA56BB}"/>
                </a:ext>
              </a:extLst>
            </p:cNvPr>
            <p:cNvSpPr/>
            <p:nvPr/>
          </p:nvSpPr>
          <p:spPr>
            <a:xfrm>
              <a:off x="4389120" y="980028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F59B4B-14D0-433F-FC1A-65C276CDEAC4}"/>
                </a:ext>
              </a:extLst>
            </p:cNvPr>
            <p:cNvSpPr/>
            <p:nvPr/>
          </p:nvSpPr>
          <p:spPr>
            <a:xfrm>
              <a:off x="5186893" y="980028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Migration:</a:t>
              </a:r>
              <a:r>
                <a:rPr lang="en-US" sz="1900" b="0" i="0" kern="1200" baseline="0"/>
                <a:t> Forecast IRS net inflows using Holt’s, ARIMA, and Prophet; best model selected by MAPE.</a:t>
              </a:r>
              <a:endParaRPr lang="en-US" sz="1900" kern="120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C0B435A-4BA7-0E69-BD54-B31E5327ACE7}"/>
                </a:ext>
              </a:extLst>
            </p:cNvPr>
            <p:cNvSpPr/>
            <p:nvPr/>
          </p:nvSpPr>
          <p:spPr>
            <a:xfrm>
              <a:off x="4389120" y="1843420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5D41E20-218C-B02A-A952-F166944632DF}"/>
                </a:ext>
              </a:extLst>
            </p:cNvPr>
            <p:cNvSpPr/>
            <p:nvPr/>
          </p:nvSpPr>
          <p:spPr>
            <a:xfrm>
              <a:off x="5186893" y="1843420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Population:</a:t>
              </a:r>
              <a:r>
                <a:rPr lang="en-US" sz="1900" b="0" i="0" kern="1200" baseline="0"/>
                <a:t> ACS metro populations forecast with damped exponential smoothing; bias-corrected.</a:t>
              </a:r>
              <a:endParaRPr lang="en-US" sz="1900" kern="120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A6D7570-33FD-F880-9708-3A47ECBB9A05}"/>
                </a:ext>
              </a:extLst>
            </p:cNvPr>
            <p:cNvSpPr/>
            <p:nvPr/>
          </p:nvSpPr>
          <p:spPr>
            <a:xfrm>
              <a:off x="4389120" y="2706811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59CF12C-24B3-7F02-5B39-68C949EA0330}"/>
                </a:ext>
              </a:extLst>
            </p:cNvPr>
            <p:cNvSpPr/>
            <p:nvPr/>
          </p:nvSpPr>
          <p:spPr>
            <a:xfrm>
              <a:off x="5186893" y="2706811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Prime-Age Talent (25–44):</a:t>
              </a:r>
              <a:r>
                <a:rPr lang="en-US" sz="1900" b="0" i="0" kern="1200" baseline="0"/>
                <a:t> Forecast inflow of working-age movers using Holt/ARIMA.</a:t>
              </a:r>
              <a:endParaRPr lang="en-US" sz="1900" kern="120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C344588-A933-20AC-249A-504CB2E6B64B}"/>
                </a:ext>
              </a:extLst>
            </p:cNvPr>
            <p:cNvSpPr/>
            <p:nvPr/>
          </p:nvSpPr>
          <p:spPr>
            <a:xfrm>
              <a:off x="4389120" y="3570203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663453E-A53D-C465-D613-B50A65228C2B}"/>
                </a:ext>
              </a:extLst>
            </p:cNvPr>
            <p:cNvSpPr/>
            <p:nvPr/>
          </p:nvSpPr>
          <p:spPr>
            <a:xfrm>
              <a:off x="5186893" y="3570203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Income:</a:t>
              </a:r>
              <a:r>
                <a:rPr lang="en-US" sz="1900" b="0" i="0" kern="1200" baseline="0"/>
                <a:t> CPI + U.S. income forecast with ARIMA; metro incomes predicted via SARIMAX.</a:t>
              </a:r>
              <a:endParaRPr lang="en-US" sz="1900" kern="1200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B40EF66-AEE4-05AB-B4EA-9C9923EEA3D4}"/>
                </a:ext>
              </a:extLst>
            </p:cNvPr>
            <p:cNvSpPr/>
            <p:nvPr/>
          </p:nvSpPr>
          <p:spPr>
            <a:xfrm>
              <a:off x="4389120" y="4433594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DE7DE07-C479-7C67-14F7-AC3B3710A5B2}"/>
                </a:ext>
              </a:extLst>
            </p:cNvPr>
            <p:cNvSpPr/>
            <p:nvPr/>
          </p:nvSpPr>
          <p:spPr>
            <a:xfrm>
              <a:off x="5186893" y="4433594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Unemployment:</a:t>
              </a:r>
              <a:r>
                <a:rPr lang="en-US" sz="1900" b="0" i="0" kern="1200" baseline="0"/>
                <a:t> SARIMAX with CPI + recession/pandemic indicators to model labor-market stability.</a:t>
              </a:r>
              <a:endParaRPr lang="en-US" sz="1900" kern="120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EE9FD4D-8C07-EC2D-9684-756FF1ADF293}"/>
                </a:ext>
              </a:extLst>
            </p:cNvPr>
            <p:cNvSpPr/>
            <p:nvPr/>
          </p:nvSpPr>
          <p:spPr>
            <a:xfrm>
              <a:off x="4389120" y="5296985"/>
              <a:ext cx="7306056" cy="690713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dk1">
                <a:hueOff val="0"/>
                <a:satOff val="0"/>
                <a:lumOff val="0"/>
                <a:alphaOff val="0"/>
              </a:schemeClr>
            </a:lnRef>
            <a:fillRef idx="1">
              <a:schemeClr val="bg1">
                <a:lumMod val="95000"/>
                <a:hueOff val="0"/>
                <a:satOff val="0"/>
                <a:lumOff val="0"/>
                <a:alphaOff val="0"/>
              </a:schemeClr>
            </a:fillRef>
            <a:effectRef idx="0">
              <a:schemeClr val="bg1">
                <a:lumMod val="95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DFA3C1C-BC16-DE2E-BEFF-6576786C3D3C}"/>
                </a:ext>
              </a:extLst>
            </p:cNvPr>
            <p:cNvSpPr/>
            <p:nvPr/>
          </p:nvSpPr>
          <p:spPr>
            <a:xfrm>
              <a:off x="5186893" y="5296985"/>
              <a:ext cx="6508282" cy="690713"/>
            </a:xfrm>
            <a:custGeom>
              <a:avLst/>
              <a:gdLst>
                <a:gd name="csX0" fmla="*/ 0 w 6508282"/>
                <a:gd name="csY0" fmla="*/ 0 h 690713"/>
                <a:gd name="csX1" fmla="*/ 6508282 w 6508282"/>
                <a:gd name="csY1" fmla="*/ 0 h 690713"/>
                <a:gd name="csX2" fmla="*/ 6508282 w 6508282"/>
                <a:gd name="csY2" fmla="*/ 690713 h 690713"/>
                <a:gd name="csX3" fmla="*/ 0 w 6508282"/>
                <a:gd name="csY3" fmla="*/ 690713 h 690713"/>
                <a:gd name="csX4" fmla="*/ 0 w 6508282"/>
                <a:gd name="csY4" fmla="*/ 0 h 6907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508282" h="690713">
                  <a:moveTo>
                    <a:pt x="0" y="0"/>
                  </a:moveTo>
                  <a:lnTo>
                    <a:pt x="6508282" y="0"/>
                  </a:lnTo>
                  <a:lnTo>
                    <a:pt x="6508282" y="690713"/>
                  </a:lnTo>
                  <a:lnTo>
                    <a:pt x="0" y="69071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100" tIns="73100" rIns="73100" bIns="7310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b="1" i="0" kern="1200" baseline="0"/>
                <a:t>Housing Prices:</a:t>
              </a:r>
              <a:r>
                <a:rPr lang="en-US" sz="1900" b="0" i="0" kern="1200" baseline="0"/>
                <a:t> Weekly Zillow data modeled via tuned Prophet; aggregated to annual medians.</a:t>
              </a:r>
              <a:endParaRPr lang="en-US" sz="19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116277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83C39-35A0-8B16-363F-E4FFF6C84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POST PROPOSAL STEP 2:Metro Finalization</a:t>
            </a:r>
            <a:endParaRPr 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AAC4C1-3F8D-810F-3931-4AF05FA3C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132173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3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41DE0-43A3-55E9-4628-8C539C4D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4000"/>
              <a:t>OUR TOP SUITABLE METROS</a:t>
            </a:r>
            <a:endParaRPr lang="en-US" sz="4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A01ACA92-98EF-6BD0-D8FD-DD18C516C4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1154399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433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4833B-9E5D-395E-1181-0263B785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154680" cy="4069080"/>
          </a:xfrm>
        </p:spPr>
        <p:txBody>
          <a:bodyPr>
            <a:normAutofit/>
          </a:bodyPr>
          <a:lstStyle/>
          <a:p>
            <a:r>
              <a:rPr lang="en-IN" sz="3700"/>
              <a:t>PROJECT OUTLINE - </a:t>
            </a:r>
            <a:r>
              <a:rPr lang="en-US" sz="3700"/>
              <a:t>ACQUISITION TARGETS</a:t>
            </a:r>
            <a:br>
              <a:rPr lang="en-US" sz="3700"/>
            </a:br>
            <a:endParaRPr 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8EEB27-9249-8B3A-C8C2-18F9DC48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482CAC-96FF-EBE5-E97D-0BE2B8A51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AC53297D-31E9-40FC-5DD1-D1405EF74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728350"/>
              </p:ext>
            </p:extLst>
          </p:nvPr>
        </p:nvGraphicFramePr>
        <p:xfrm>
          <a:off x="4389120" y="978408"/>
          <a:ext cx="7306056" cy="5010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BC39AF3-9CA6-9CEF-F770-B6282BFB44CA}"/>
              </a:ext>
            </a:extLst>
          </p:cNvPr>
          <p:cNvSpPr txBox="1"/>
          <p:nvPr/>
        </p:nvSpPr>
        <p:spPr>
          <a:xfrm>
            <a:off x="629138" y="5879592"/>
            <a:ext cx="8559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Benchmarking Approach- </a:t>
            </a:r>
            <a:r>
              <a:rPr lang="en-US" dirty="0"/>
              <a:t>Offerpad’s 2024 operations and Zillow’s house sales data</a:t>
            </a:r>
          </a:p>
        </p:txBody>
      </p:sp>
    </p:spTree>
    <p:extLst>
      <p:ext uri="{BB962C8B-B14F-4D97-AF65-F5344CB8AC3E}">
        <p14:creationId xmlns:p14="http://schemas.microsoft.com/office/powerpoint/2010/main" val="171995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BC813-BC9E-82DA-3AA0-8FA31EA5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11324360" cy="104242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100" dirty="0">
                <a:solidFill>
                  <a:schemeClr val="tx2"/>
                </a:solidFill>
              </a:rPr>
              <a:t>FINANCIAL STATEMENTS – BALANCE SHEET 2026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 screenshot of a spreadsheet&#10;&#10;Description automatically generated">
            <a:extLst>
              <a:ext uri="{FF2B5EF4-FFF2-40B4-BE49-F238E27FC236}">
                <a16:creationId xmlns:a16="http://schemas.microsoft.com/office/drawing/2014/main" id="{E14746F5-27D2-9F58-5C13-65D0B1940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45" y="1835692"/>
            <a:ext cx="10991462" cy="35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04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64AFA-2D1C-8E41-EEB9-593AF9FE7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EE6AC-D13D-CCF3-5115-872F335EA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8409"/>
            <a:ext cx="11324361" cy="9824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FINANCIAL STATEMENTS –INCOME STATEMENT</a:t>
            </a:r>
            <a:br>
              <a:rPr lang="en-US" sz="3700" dirty="0"/>
            </a:br>
            <a:r>
              <a:rPr lang="en-US" sz="3700" dirty="0"/>
              <a:t>2026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table with numbers and a few dollar bills&#10;&#10;Description automatically generated with medium confidence">
            <a:extLst>
              <a:ext uri="{FF2B5EF4-FFF2-40B4-BE49-F238E27FC236}">
                <a16:creationId xmlns:a16="http://schemas.microsoft.com/office/drawing/2014/main" id="{89720A72-FFDD-7421-DD75-8C04F0737C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21" y="2157915"/>
            <a:ext cx="10931621" cy="316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0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94E60-AF33-4232-65D9-EE38BD99F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FINANCIAL STATEMENT - CASH FLOW FOR 2026</a:t>
            </a:r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6CEEA70-AED6-917A-E934-1EA2C1179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" y="2469783"/>
            <a:ext cx="10990211" cy="2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86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5CFC1-329B-6C9C-AA45-373FE4F5C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8409"/>
            <a:ext cx="8107971" cy="1643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BALANCE SHEET FOR 2027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C7F386-A972-9ED7-C153-F0E50968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8379" y="610900"/>
            <a:ext cx="393922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spreadsheet&#10;&#10;Description automatically generated">
            <a:extLst>
              <a:ext uri="{FF2B5EF4-FFF2-40B4-BE49-F238E27FC236}">
                <a16:creationId xmlns:a16="http://schemas.microsoft.com/office/drawing/2014/main" id="{3E130597-0D3D-E603-7457-7CD11943A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599" y="1714500"/>
            <a:ext cx="10837899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090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1124-84F9-EACC-B742-7826628C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INCOME STATEMENT FOR 2027</a:t>
            </a:r>
            <a:endParaRPr lang="en-US" dirty="0"/>
          </a:p>
        </p:txBody>
      </p:sp>
      <p:pic>
        <p:nvPicPr>
          <p:cNvPr id="6" name="Picture 5" descr="A table with numbers and a few black text&#10;&#10;Description automatically generated with medium confidence">
            <a:extLst>
              <a:ext uri="{FF2B5EF4-FFF2-40B4-BE49-F238E27FC236}">
                <a16:creationId xmlns:a16="http://schemas.microsoft.com/office/drawing/2014/main" id="{C977AD65-6FB0-D569-9D38-F2A29A56F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948089"/>
            <a:ext cx="10303480" cy="296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3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77FF-A696-FA8F-5252-02F33A14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CASHFLOW FOR 2027</a:t>
            </a:r>
            <a:endParaRPr lang="en-US" dirty="0"/>
          </a:p>
        </p:txBody>
      </p:sp>
      <p:pic>
        <p:nvPicPr>
          <p:cNvPr id="4" name="Picture 3" descr="A screenshot of a data&#10;&#10;Description automatically generated">
            <a:extLst>
              <a:ext uri="{FF2B5EF4-FFF2-40B4-BE49-F238E27FC236}">
                <a16:creationId xmlns:a16="http://schemas.microsoft.com/office/drawing/2014/main" id="{D36BA05F-0733-7F9B-8B20-102DE7C20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35" y="2120030"/>
            <a:ext cx="11329357" cy="280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83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BE951-BC1C-B34C-87E8-73BD816D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6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IN" dirty="0"/>
              <a:t>BREAKEVEN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CE9B688C-3250-7D5A-2CCD-D72D7DA81B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103941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table with numbers and a green line&#10;&#10;AI-generated content may be incorrect.">
            <a:extLst>
              <a:ext uri="{FF2B5EF4-FFF2-40B4-BE49-F238E27FC236}">
                <a16:creationId xmlns:a16="http://schemas.microsoft.com/office/drawing/2014/main" id="{9D3B40DA-BB11-95FB-E2A7-BA63DFFD02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70" y="2018035"/>
            <a:ext cx="3690183" cy="347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3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BBCF4-9942-9E7D-08ED-95992D049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38C8421-40AF-0EAA-8279-A5DCACF64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51D56E-5C73-5A1E-D52D-732164394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9F1368-043A-C7B7-73E9-0CBEE660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11650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D964115E-3115-AE5D-8393-3F6FC4E23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0663265"/>
              </p:ext>
            </p:extLst>
          </p:nvPr>
        </p:nvGraphicFramePr>
        <p:xfrm>
          <a:off x="5065776" y="978408"/>
          <a:ext cx="6620256" cy="5376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2E405C-34FF-D37B-37D7-619EDD6C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8711474" cy="857003"/>
          </a:xfrm>
        </p:spPr>
        <p:txBody>
          <a:bodyPr>
            <a:normAutofit/>
          </a:bodyPr>
          <a:lstStyle/>
          <a:p>
            <a:r>
              <a:rPr lang="en-IN" dirty="0"/>
              <a:t>BREAKEVEN WITH LOSSES</a:t>
            </a:r>
            <a:endParaRPr lang="en-US" dirty="0"/>
          </a:p>
        </p:txBody>
      </p:sp>
      <p:pic>
        <p:nvPicPr>
          <p:cNvPr id="4" name="Picture 3" descr="A screenshot of a spreadsheet&#10;&#10;Description automatically generated">
            <a:extLst>
              <a:ext uri="{FF2B5EF4-FFF2-40B4-BE49-F238E27FC236}">
                <a16:creationId xmlns:a16="http://schemas.microsoft.com/office/drawing/2014/main" id="{A1773E54-88FF-9CED-2BED-CD570FB688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85" y="2062542"/>
            <a:ext cx="3766360" cy="29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01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EE43DC-1427-FF5B-7B8A-06BF1E04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IN" dirty="0"/>
              <a:t>KPIs</a:t>
            </a:r>
            <a:endParaRPr lang="en-US" dirty="0"/>
          </a:p>
        </p:txBody>
      </p:sp>
      <p:pic>
        <p:nvPicPr>
          <p:cNvPr id="7" name="Graphic 6" descr="Bitcoin">
            <a:extLst>
              <a:ext uri="{FF2B5EF4-FFF2-40B4-BE49-F238E27FC236}">
                <a16:creationId xmlns:a16="http://schemas.microsoft.com/office/drawing/2014/main" id="{7EF7A7FA-4C17-0D90-D942-99D14BED1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947138"/>
            <a:ext cx="4959823" cy="495982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567BB-D350-04F6-BE2E-2B29AF1D5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301" y="1874018"/>
            <a:ext cx="5513832" cy="4475892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1. Avg. Gross Profit per Unit.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2. Avg. Days to Sell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3. ROI on Renovation/Capex</a:t>
            </a:r>
            <a:br>
              <a:rPr lang="en-US" sz="2400" dirty="0"/>
            </a:br>
            <a:r>
              <a:rPr lang="en-US" sz="2400" dirty="0"/>
              <a:t>4. Subscriptions &amp; Subscription Revenue</a:t>
            </a:r>
            <a:br>
              <a:rPr lang="en-US" sz="2400" dirty="0"/>
            </a:br>
            <a:r>
              <a:rPr lang="en-US" sz="2400" dirty="0"/>
              <a:t>5. Holding Costs as % of Sale Value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dirty="0"/>
              <a:t>6. Net Profit Margin</a:t>
            </a:r>
            <a:br>
              <a:rPr lang="en-US" sz="2400" dirty="0"/>
            </a:br>
            <a:r>
              <a:rPr lang="en-US" sz="2400" dirty="0"/>
              <a:t>7. Total Revenue</a:t>
            </a:r>
            <a:br>
              <a:rPr lang="en-US" sz="2400" dirty="0"/>
            </a:br>
            <a:r>
              <a:rPr lang="en-US" sz="2400" dirty="0"/>
              <a:t>8. ROAS (Return on Ad Spend)</a:t>
            </a:r>
            <a:br>
              <a:rPr lang="en-US" sz="2400" dirty="0"/>
            </a:br>
            <a:r>
              <a:rPr lang="en-US" sz="2400" dirty="0"/>
              <a:t>9. Customer Acquisition Cost (CAC)</a:t>
            </a:r>
            <a:br>
              <a:rPr lang="en-US" sz="2400" dirty="0"/>
            </a:br>
            <a:r>
              <a:rPr lang="en-US" sz="2400" dirty="0"/>
              <a:t>10. Operations Growth Rate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8566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7AC97-7BB4-88FF-0881-99E6B9A1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DFF11D5-74E3-74C1-F3D1-A44D6171D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8" y="1828800"/>
            <a:ext cx="8113126" cy="4517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Data-driven scoring identifies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Dallas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Atlanta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as the strongest markets for initial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iBuyer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expansion.</a:t>
            </a:r>
          </a:p>
          <a:p>
            <a:pPr marL="34290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Acquisition targets are grounded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real market absorption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and benchmarked against established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iBuyers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34290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Financial modeling shows a clear breakdown of the health of our business.</a:t>
            </a:r>
          </a:p>
          <a:p>
            <a:pPr marL="34290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Our KPI framework provides a clear roadmap for optimizing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unit economics, holding costs, CAC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and operational efficiency.</a:t>
            </a:r>
          </a:p>
          <a:p>
            <a:pPr marL="34290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SmartSell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is positioned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controlled, strategic growth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with a planned expansion into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Phoenix, Houston, and Chicago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over the next three years.</a:t>
            </a:r>
          </a:p>
        </p:txBody>
      </p:sp>
      <p:pic>
        <p:nvPicPr>
          <p:cNvPr id="11" name="Graphic 10" descr="Gavel">
            <a:extLst>
              <a:ext uri="{FF2B5EF4-FFF2-40B4-BE49-F238E27FC236}">
                <a16:creationId xmlns:a16="http://schemas.microsoft.com/office/drawing/2014/main" id="{C53D7410-9F84-2939-FD36-B6CB58F7A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9423" y="2981097"/>
            <a:ext cx="3171369" cy="317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215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3AF435-44C8-C44B-9352-ACFA393E2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6F70F-B260-9A45-AE62-E118C96EC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744" y="1814732"/>
            <a:ext cx="8180339" cy="44180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900" dirty="0"/>
              <a:t>Q &amp; 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D8A78E-AAB6-C125-6A57-5B031A87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1" y="508090"/>
            <a:ext cx="807507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BFC5193-1606-67C6-6571-CC04CF234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1400" y="6209925"/>
            <a:ext cx="810195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7175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1C811097077C498A755275909742D4" ma:contentTypeVersion="13" ma:contentTypeDescription="Create a new document." ma:contentTypeScope="" ma:versionID="fcbfe0bffa6c47de06394331448abc5a">
  <xsd:schema xmlns:xsd="http://www.w3.org/2001/XMLSchema" xmlns:xs="http://www.w3.org/2001/XMLSchema" xmlns:p="http://schemas.microsoft.com/office/2006/metadata/properties" xmlns:ns3="f515ef5d-c812-4508-a37c-4172a4b74f54" xmlns:ns4="5924ea82-40a8-4dac-8219-efb7242c5bc6" targetNamespace="http://schemas.microsoft.com/office/2006/metadata/properties" ma:root="true" ma:fieldsID="ed7fb460a35579a54b8b0a29d8bca696" ns3:_="" ns4:_="">
    <xsd:import namespace="f515ef5d-c812-4508-a37c-4172a4b74f54"/>
    <xsd:import namespace="5924ea82-40a8-4dac-8219-efb7242c5bc6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15ef5d-c812-4508-a37c-4172a4b74f5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24ea82-40a8-4dac-8219-efb7242c5bc6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15ef5d-c812-4508-a37c-4172a4b74f54" xsi:nil="true"/>
  </documentManagement>
</p:properties>
</file>

<file path=customXml/itemProps1.xml><?xml version="1.0" encoding="utf-8"?>
<ds:datastoreItem xmlns:ds="http://schemas.openxmlformats.org/officeDocument/2006/customXml" ds:itemID="{2648F6CE-D6EB-4BE9-BFC9-3B406EAEE1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0EFE0-68AE-4E6D-97D4-43DF0B501D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15ef5d-c812-4508-a37c-4172a4b74f54"/>
    <ds:schemaRef ds:uri="5924ea82-40a8-4dac-8219-efb7242c5b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A6FEE9-2ADC-4F9A-BA19-3A4BF01DB712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f515ef5d-c812-4508-a37c-4172a4b74f54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924ea82-40a8-4dac-8219-efb7242c5bc6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BUAN 6390 - Interim case study ppt</Template>
  <TotalTime>1445</TotalTime>
  <Words>617</Words>
  <Application>Microsoft Macintosh PowerPoint</Application>
  <PresentationFormat>Widescreen</PresentationFormat>
  <Paragraphs>71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Bierstadt</vt:lpstr>
      <vt:lpstr>Wingdings</vt:lpstr>
      <vt:lpstr>GestaltVTI</vt:lpstr>
      <vt:lpstr>SmartSell</vt:lpstr>
      <vt:lpstr>PROJECT PROPOSAL RECAP</vt:lpstr>
      <vt:lpstr>POST PROPOSAL STEP 1: Forecast economic indicators  </vt:lpstr>
      <vt:lpstr>POST PROPOSAL STEP 2:Metro Finalization</vt:lpstr>
      <vt:lpstr>OUR TOP SUITABLE METROS</vt:lpstr>
      <vt:lpstr>PROJECT OUTLINE - ACQUISITION TARGETS </vt:lpstr>
      <vt:lpstr>FINANCIAL STATEMENTS – BALANCE SHEET 2026</vt:lpstr>
      <vt:lpstr>FINANCIAL STATEMENTS –INCOME STATEMENT 2026</vt:lpstr>
      <vt:lpstr>FINANCIAL STATEMENT - CASH FLOW FOR 2026</vt:lpstr>
      <vt:lpstr>BALANCE SHEET FOR 2027</vt:lpstr>
      <vt:lpstr>INCOME STATEMENT FOR 2027</vt:lpstr>
      <vt:lpstr>CASHFLOW FOR 2027</vt:lpstr>
      <vt:lpstr>BREAKEVEN</vt:lpstr>
      <vt:lpstr>BREAKEVEN WITH LOSSES</vt:lpstr>
      <vt:lpstr>KPIs</vt:lpstr>
      <vt:lpstr>Conclusion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Nair</dc:creator>
  <cp:lastModifiedBy>Vemuri, Vishala</cp:lastModifiedBy>
  <cp:revision>2</cp:revision>
  <dcterms:created xsi:type="dcterms:W3CDTF">2025-12-10T01:56:07Z</dcterms:created>
  <dcterms:modified xsi:type="dcterms:W3CDTF">2025-12-12T19:55:18Z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0x0101001B1C811097077C498A755275909742D4</vt:lpwstr>
  </property>
</Properties>
</file>